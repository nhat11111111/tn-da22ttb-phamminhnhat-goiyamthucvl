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3.svg" ContentType="image/svg+xml"/>
  <Override PartName="/ppt/media/image16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5.svg" ContentType="image/svg+xml"/>
  <Override PartName="/ppt/media/image26.svg" ContentType="image/svg+xml"/>
  <Override PartName="/ppt/media/image35.svg" ContentType="image/svg+xml"/>
  <Override PartName="/ppt/media/image40.svg" ContentType="image/svg+xml"/>
  <Override PartName="/ppt/media/image42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73" r:id="rId6"/>
    <p:sldId id="260" r:id="rId7"/>
    <p:sldId id="277" r:id="rId8"/>
    <p:sldId id="274" r:id="rId9"/>
    <p:sldId id="262" r:id="rId10"/>
    <p:sldId id="279" r:id="rId11"/>
    <p:sldId id="263" r:id="rId12"/>
    <p:sldId id="264" r:id="rId13"/>
    <p:sldId id="278" r:id="rId14"/>
    <p:sldId id="267" r:id="rId15"/>
    <p:sldId id="275" r:id="rId16"/>
    <p:sldId id="272" r:id="rId17"/>
  </p:sldIdLst>
  <p:sldSz cx="18288000" cy="10287000"/>
  <p:notesSz cx="6858000" cy="9144000"/>
  <p:embeddedFontLst>
    <p:embeddedFont>
      <p:font typeface="ＭＳ Ｐゴシック" panose="020B0600070205080204" charset="-128"/>
      <p:regular r:id="rId21"/>
    </p:embeddedFont>
    <p:embeddedFont>
      <p:font typeface="Arial Bold" panose="020B0704020202020204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B6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42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.svg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6.sv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svg"/><Relationship Id="rId3" Type="http://schemas.openxmlformats.org/officeDocument/2006/relationships/image" Target="../media/image1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1.svg"/><Relationship Id="rId3" Type="http://schemas.openxmlformats.org/officeDocument/2006/relationships/image" Target="../media/image11.png"/><Relationship Id="rId2" Type="http://schemas.openxmlformats.org/officeDocument/2006/relationships/image" Target="../media/image19.sv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.sv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6.svg"/><Relationship Id="rId3" Type="http://schemas.openxmlformats.org/officeDocument/2006/relationships/image" Target="../media/image20.png"/><Relationship Id="rId2" Type="http://schemas.openxmlformats.org/officeDocument/2006/relationships/image" Target="../media/image25.sv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6.svg"/><Relationship Id="rId3" Type="http://schemas.openxmlformats.org/officeDocument/2006/relationships/image" Target="../media/image1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6.sv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28.png"/><Relationship Id="rId2" Type="http://schemas.openxmlformats.org/officeDocument/2006/relationships/image" Target="../media/image21.sv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6.sv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6.png"/><Relationship Id="rId2" Type="http://schemas.openxmlformats.org/officeDocument/2006/relationships/image" Target="../media/image21.sv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6.svg"/><Relationship Id="rId3" Type="http://schemas.openxmlformats.org/officeDocument/2006/relationships/image" Target="../media/image11.png"/><Relationship Id="rId2" Type="http://schemas.openxmlformats.org/officeDocument/2006/relationships/image" Target="../media/image16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2.sv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11300" y="4534003"/>
            <a:ext cx="7132847" cy="7346565"/>
          </a:xfrm>
          <a:custGeom>
            <a:avLst/>
            <a:gdLst/>
            <a:ahLst/>
            <a:cxnLst/>
            <a:rect l="l" t="t" r="r" b="b"/>
            <a:pathLst>
              <a:path w="7132847" h="7346565">
                <a:moveTo>
                  <a:pt x="0" y="0"/>
                </a:moveTo>
                <a:lnTo>
                  <a:pt x="7132847" y="0"/>
                </a:lnTo>
                <a:lnTo>
                  <a:pt x="7132847" y="7346565"/>
                </a:lnTo>
                <a:lnTo>
                  <a:pt x="0" y="734656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63725" y="8115589"/>
            <a:ext cx="2228592" cy="2217449"/>
          </a:xfrm>
          <a:custGeom>
            <a:avLst/>
            <a:gdLst/>
            <a:ahLst/>
            <a:cxnLst/>
            <a:rect l="l" t="t" r="r" b="b"/>
            <a:pathLst>
              <a:path w="2228592" h="2217449">
                <a:moveTo>
                  <a:pt x="0" y="0"/>
                </a:moveTo>
                <a:lnTo>
                  <a:pt x="2228592" y="0"/>
                </a:lnTo>
                <a:lnTo>
                  <a:pt x="2228592" y="2217449"/>
                </a:lnTo>
                <a:lnTo>
                  <a:pt x="0" y="2217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163483" y="4686291"/>
            <a:ext cx="3955298" cy="3950353"/>
          </a:xfrm>
          <a:custGeom>
            <a:avLst/>
            <a:gdLst/>
            <a:ahLst/>
            <a:cxnLst/>
            <a:rect l="l" t="t" r="r" b="b"/>
            <a:pathLst>
              <a:path w="3955298" h="3950353">
                <a:moveTo>
                  <a:pt x="0" y="0"/>
                </a:moveTo>
                <a:lnTo>
                  <a:pt x="3955297" y="0"/>
                </a:lnTo>
                <a:lnTo>
                  <a:pt x="3955297" y="3950353"/>
                </a:lnTo>
                <a:lnTo>
                  <a:pt x="0" y="39503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97441" y="2400604"/>
            <a:ext cx="1676554" cy="1395731"/>
          </a:xfrm>
          <a:custGeom>
            <a:avLst/>
            <a:gdLst/>
            <a:ahLst/>
            <a:cxnLst/>
            <a:rect l="l" t="t" r="r" b="b"/>
            <a:pathLst>
              <a:path w="1676554" h="1395731">
                <a:moveTo>
                  <a:pt x="0" y="0"/>
                </a:moveTo>
                <a:lnTo>
                  <a:pt x="1676553" y="0"/>
                </a:lnTo>
                <a:lnTo>
                  <a:pt x="1676553" y="1395731"/>
                </a:lnTo>
                <a:lnTo>
                  <a:pt x="0" y="1395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6134281" y="5256834"/>
            <a:ext cx="3147060" cy="184785"/>
            <a:chOff x="0" y="0"/>
            <a:chExt cx="4196080" cy="246380"/>
          </a:xfrm>
        </p:grpSpPr>
        <p:sp>
          <p:nvSpPr>
            <p:cNvPr id="15" name="Freeform 15"/>
            <p:cNvSpPr/>
            <p:nvPr/>
          </p:nvSpPr>
          <p:spPr>
            <a:xfrm>
              <a:off x="50703" y="51715"/>
              <a:ext cx="4094770" cy="186276"/>
            </a:xfrm>
            <a:custGeom>
              <a:avLst/>
              <a:gdLst/>
              <a:ahLst/>
              <a:cxnLst/>
              <a:rect l="l" t="t" r="r" b="b"/>
              <a:pathLst>
                <a:path w="4094770" h="186276">
                  <a:moveTo>
                    <a:pt x="68677" y="1625"/>
                  </a:moveTo>
                  <a:cubicBezTo>
                    <a:pt x="4059017" y="7975"/>
                    <a:pt x="4070447" y="14325"/>
                    <a:pt x="4081877" y="30835"/>
                  </a:cubicBezTo>
                  <a:cubicBezTo>
                    <a:pt x="4093307" y="46075"/>
                    <a:pt x="4095847" y="79095"/>
                    <a:pt x="4089497" y="96875"/>
                  </a:cubicBezTo>
                  <a:cubicBezTo>
                    <a:pt x="4081877" y="115925"/>
                    <a:pt x="4056477" y="136245"/>
                    <a:pt x="4037427" y="141325"/>
                  </a:cubicBezTo>
                  <a:cubicBezTo>
                    <a:pt x="4018377" y="145135"/>
                    <a:pt x="3986627" y="136245"/>
                    <a:pt x="3972657" y="122275"/>
                  </a:cubicBezTo>
                  <a:cubicBezTo>
                    <a:pt x="3958687" y="109575"/>
                    <a:pt x="3948527" y="79095"/>
                    <a:pt x="3951067" y="58775"/>
                  </a:cubicBezTo>
                  <a:cubicBezTo>
                    <a:pt x="3954877" y="39725"/>
                    <a:pt x="3973927" y="14325"/>
                    <a:pt x="3991707" y="5435"/>
                  </a:cubicBezTo>
                  <a:cubicBezTo>
                    <a:pt x="4009487" y="-3455"/>
                    <a:pt x="4042507" y="-915"/>
                    <a:pt x="4059017" y="9245"/>
                  </a:cubicBezTo>
                  <a:cubicBezTo>
                    <a:pt x="4076797" y="19405"/>
                    <a:pt x="4092037" y="48615"/>
                    <a:pt x="4094577" y="66395"/>
                  </a:cubicBezTo>
                  <a:cubicBezTo>
                    <a:pt x="4095847" y="81635"/>
                    <a:pt x="4090767" y="99415"/>
                    <a:pt x="4081877" y="110845"/>
                  </a:cubicBezTo>
                  <a:cubicBezTo>
                    <a:pt x="4070447" y="124815"/>
                    <a:pt x="4059017" y="133705"/>
                    <a:pt x="4022187" y="142595"/>
                  </a:cubicBezTo>
                  <a:cubicBezTo>
                    <a:pt x="3736437" y="213715"/>
                    <a:pt x="323947" y="187045"/>
                    <a:pt x="68677" y="140055"/>
                  </a:cubicBezTo>
                  <a:cubicBezTo>
                    <a:pt x="39467" y="134975"/>
                    <a:pt x="34387" y="133705"/>
                    <a:pt x="22957" y="122275"/>
                  </a:cubicBezTo>
                  <a:cubicBezTo>
                    <a:pt x="10257" y="109575"/>
                    <a:pt x="-1173" y="80365"/>
                    <a:pt x="97" y="62585"/>
                  </a:cubicBezTo>
                  <a:cubicBezTo>
                    <a:pt x="97" y="46075"/>
                    <a:pt x="11527" y="29565"/>
                    <a:pt x="22957" y="19405"/>
                  </a:cubicBezTo>
                  <a:cubicBezTo>
                    <a:pt x="34387" y="9245"/>
                    <a:pt x="68677" y="1625"/>
                    <a:pt x="68677" y="1625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 rot="0">
            <a:off x="14210348" y="7661910"/>
            <a:ext cx="188595" cy="184785"/>
            <a:chOff x="0" y="0"/>
            <a:chExt cx="251460" cy="246380"/>
          </a:xfrm>
        </p:grpSpPr>
        <p:sp>
          <p:nvSpPr>
            <p:cNvPr id="19" name="Freeform 19"/>
            <p:cNvSpPr/>
            <p:nvPr/>
          </p:nvSpPr>
          <p:spPr>
            <a:xfrm>
              <a:off x="50637" y="50749"/>
              <a:ext cx="148753" cy="147474"/>
            </a:xfrm>
            <a:custGeom>
              <a:avLst/>
              <a:gdLst/>
              <a:ahLst/>
              <a:cxnLst/>
              <a:rect l="l" t="t" r="r" b="b"/>
              <a:pathLst>
                <a:path w="148753" h="147474">
                  <a:moveTo>
                    <a:pt x="148753" y="52121"/>
                  </a:moveTo>
                  <a:cubicBezTo>
                    <a:pt x="129703" y="133401"/>
                    <a:pt x="120813" y="141021"/>
                    <a:pt x="108113" y="144831"/>
                  </a:cubicBezTo>
                  <a:cubicBezTo>
                    <a:pt x="90333" y="149911"/>
                    <a:pt x="53503" y="147371"/>
                    <a:pt x="36993" y="139751"/>
                  </a:cubicBezTo>
                  <a:cubicBezTo>
                    <a:pt x="24293" y="134671"/>
                    <a:pt x="16673" y="124511"/>
                    <a:pt x="11593" y="114351"/>
                  </a:cubicBezTo>
                  <a:cubicBezTo>
                    <a:pt x="5243" y="104191"/>
                    <a:pt x="-1107" y="92761"/>
                    <a:pt x="163" y="80061"/>
                  </a:cubicBezTo>
                  <a:cubicBezTo>
                    <a:pt x="1433" y="61011"/>
                    <a:pt x="16673" y="27991"/>
                    <a:pt x="29373" y="15291"/>
                  </a:cubicBezTo>
                  <a:cubicBezTo>
                    <a:pt x="38263" y="5131"/>
                    <a:pt x="49693" y="1321"/>
                    <a:pt x="62393" y="51"/>
                  </a:cubicBezTo>
                  <a:cubicBezTo>
                    <a:pt x="81443" y="-1219"/>
                    <a:pt x="129703" y="21641"/>
                    <a:pt x="129703" y="21641"/>
                  </a:cubicBezTo>
                </a:path>
              </a:pathLst>
            </a:custGeom>
            <a:solidFill>
              <a:srgbClr val="8DDDB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 rot="0">
            <a:off x="12200572" y="1524000"/>
            <a:ext cx="182880" cy="188595"/>
            <a:chOff x="0" y="0"/>
            <a:chExt cx="243840" cy="251460"/>
          </a:xfrm>
        </p:grpSpPr>
        <p:sp>
          <p:nvSpPr>
            <p:cNvPr id="23" name="Freeform 23"/>
            <p:cNvSpPr/>
            <p:nvPr/>
          </p:nvSpPr>
          <p:spPr>
            <a:xfrm>
              <a:off x="47065" y="49682"/>
              <a:ext cx="145975" cy="150391"/>
            </a:xfrm>
            <a:custGeom>
              <a:avLst/>
              <a:gdLst/>
              <a:ahLst/>
              <a:cxnLst/>
              <a:rect l="l" t="t" r="r" b="b"/>
              <a:pathLst>
                <a:path w="145975" h="150391">
                  <a:moveTo>
                    <a:pt x="145975" y="50648"/>
                  </a:moveTo>
                  <a:cubicBezTo>
                    <a:pt x="126925" y="131928"/>
                    <a:pt x="115495" y="138278"/>
                    <a:pt x="104065" y="143358"/>
                  </a:cubicBezTo>
                  <a:cubicBezTo>
                    <a:pt x="93905" y="147168"/>
                    <a:pt x="81205" y="152248"/>
                    <a:pt x="68505" y="149708"/>
                  </a:cubicBezTo>
                  <a:cubicBezTo>
                    <a:pt x="50725" y="145898"/>
                    <a:pt x="18975" y="130658"/>
                    <a:pt x="8815" y="112878"/>
                  </a:cubicBezTo>
                  <a:cubicBezTo>
                    <a:pt x="-2615" y="95098"/>
                    <a:pt x="-1345" y="59538"/>
                    <a:pt x="3735" y="41758"/>
                  </a:cubicBezTo>
                  <a:cubicBezTo>
                    <a:pt x="7545" y="29058"/>
                    <a:pt x="15165" y="20168"/>
                    <a:pt x="26595" y="13818"/>
                  </a:cubicBezTo>
                  <a:cubicBezTo>
                    <a:pt x="41835" y="3658"/>
                    <a:pt x="77395" y="-2692"/>
                    <a:pt x="96445" y="1118"/>
                  </a:cubicBezTo>
                  <a:cubicBezTo>
                    <a:pt x="109145" y="3658"/>
                    <a:pt x="126925" y="20168"/>
                    <a:pt x="126925" y="20168"/>
                  </a:cubicBezTo>
                </a:path>
              </a:pathLst>
            </a:custGeom>
            <a:solidFill>
              <a:srgbClr val="8DDDB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8962254" y="841361"/>
            <a:ext cx="184785" cy="184785"/>
            <a:chOff x="0" y="0"/>
            <a:chExt cx="246380" cy="246380"/>
          </a:xfrm>
        </p:grpSpPr>
        <p:sp>
          <p:nvSpPr>
            <p:cNvPr id="25" name="Freeform 25"/>
            <p:cNvSpPr/>
            <p:nvPr/>
          </p:nvSpPr>
          <p:spPr>
            <a:xfrm>
              <a:off x="48157" y="50749"/>
              <a:ext cx="144883" cy="149541"/>
            </a:xfrm>
            <a:custGeom>
              <a:avLst/>
              <a:gdLst/>
              <a:ahLst/>
              <a:cxnLst/>
              <a:rect l="l" t="t" r="r" b="b"/>
              <a:pathLst>
                <a:path w="144883" h="149541">
                  <a:moveTo>
                    <a:pt x="144883" y="52121"/>
                  </a:moveTo>
                  <a:cubicBezTo>
                    <a:pt x="142343" y="106731"/>
                    <a:pt x="123293" y="135941"/>
                    <a:pt x="104243" y="144831"/>
                  </a:cubicBezTo>
                  <a:cubicBezTo>
                    <a:pt x="85193" y="153721"/>
                    <a:pt x="49633" y="148641"/>
                    <a:pt x="33123" y="141021"/>
                  </a:cubicBezTo>
                  <a:cubicBezTo>
                    <a:pt x="21693" y="134671"/>
                    <a:pt x="12803" y="127051"/>
                    <a:pt x="7723" y="114351"/>
                  </a:cubicBezTo>
                  <a:cubicBezTo>
                    <a:pt x="103" y="97841"/>
                    <a:pt x="-2437" y="62281"/>
                    <a:pt x="2643" y="44501"/>
                  </a:cubicBezTo>
                  <a:cubicBezTo>
                    <a:pt x="7723" y="31801"/>
                    <a:pt x="16613" y="22911"/>
                    <a:pt x="25503" y="15291"/>
                  </a:cubicBezTo>
                  <a:cubicBezTo>
                    <a:pt x="35663" y="7671"/>
                    <a:pt x="45823" y="1321"/>
                    <a:pt x="58523" y="51"/>
                  </a:cubicBezTo>
                  <a:cubicBezTo>
                    <a:pt x="77573" y="-1219"/>
                    <a:pt x="127103" y="21641"/>
                    <a:pt x="127103" y="21641"/>
                  </a:cubicBezTo>
                </a:path>
              </a:pathLst>
            </a:custGeom>
            <a:solidFill>
              <a:srgbClr val="8DDDB4"/>
            </a:solidFill>
            <a:ln cap="sq">
              <a:noFill/>
              <a:prstDash val="solid"/>
              <a:miter/>
            </a:ln>
          </p:spPr>
        </p:sp>
      </p:grpSp>
      <p:sp>
        <p:nvSpPr>
          <p:cNvPr id="26" name="Freeform 26"/>
          <p:cNvSpPr/>
          <p:nvPr/>
        </p:nvSpPr>
        <p:spPr>
          <a:xfrm>
            <a:off x="15992189" y="23990"/>
            <a:ext cx="2340744" cy="2087163"/>
          </a:xfrm>
          <a:custGeom>
            <a:avLst/>
            <a:gdLst/>
            <a:ahLst/>
            <a:cxnLst/>
            <a:rect l="l" t="t" r="r" b="b"/>
            <a:pathLst>
              <a:path w="2340744" h="2087163">
                <a:moveTo>
                  <a:pt x="0" y="0"/>
                </a:moveTo>
                <a:lnTo>
                  <a:pt x="2340743" y="0"/>
                </a:lnTo>
                <a:lnTo>
                  <a:pt x="2340743" y="2087163"/>
                </a:lnTo>
                <a:lnTo>
                  <a:pt x="0" y="2087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81000" y="5955030"/>
            <a:ext cx="5921375" cy="2311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</a:pP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algn="ctr">
              <a:lnSpc>
                <a:spcPts val="3605"/>
              </a:lnSpc>
            </a:pP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Giảng viên h</a:t>
            </a: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ư</a:t>
            </a: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ớng dẫn:</a:t>
            </a: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algn="ctr">
              <a:lnSpc>
                <a:spcPts val="3605"/>
              </a:lnSpc>
            </a:pP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 </a:t>
            </a: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algn="ctr">
              <a:lnSpc>
                <a:spcPts val="3605"/>
              </a:lnSpc>
            </a:pP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ThS. V</a:t>
            </a: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Õ</a:t>
            </a: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 TH</a:t>
            </a: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À</a:t>
            </a: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NH C</a:t>
            </a: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algn="ctr">
              <a:lnSpc>
                <a:spcPts val="3605"/>
              </a:lnSpc>
            </a:pP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 </a:t>
            </a: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-78740" y="2628900"/>
            <a:ext cx="16071215" cy="2493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X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Â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Y DỰNG HỆ THỐNG HỖ TRỢ T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Ì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M KIẾM </a:t>
            </a:r>
            <a:endParaRPr lang="en-US" altLang="en-US" sz="540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V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À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 GỢI 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Ý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 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Đ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ỊA 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Đ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IỂM 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Ă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N UỐNG TR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Ê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N 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Đ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ỊA B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À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N </a:t>
            </a:r>
            <a:endParaRPr lang="en-US" altLang="en-US" sz="540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TỈNH V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Ĩ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NH LONG THEO H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Ư</a:t>
            </a:r>
            <a:r>
              <a:rPr lang="en-US" altLang="en-US" sz="54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ỚNG KẾT HỢP</a:t>
            </a:r>
            <a:endParaRPr lang="en-US" altLang="en-US" sz="540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</p:txBody>
      </p:sp>
      <p:pic>
        <p:nvPicPr>
          <p:cNvPr id="30" name="Picture 29" descr="Logo_Trường_Đại_học_Trà_Vin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266700"/>
            <a:ext cx="1468755" cy="1468755"/>
          </a:xfrm>
          <a:prstGeom prst="rect">
            <a:avLst/>
          </a:prstGeom>
        </p:spPr>
      </p:pic>
      <p:sp>
        <p:nvSpPr>
          <p:cNvPr id="33" name="TextBox 17"/>
          <p:cNvSpPr txBox="1"/>
          <p:nvPr/>
        </p:nvSpPr>
        <p:spPr>
          <a:xfrm>
            <a:off x="1486535" y="599440"/>
            <a:ext cx="5752465" cy="10744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405"/>
              </a:lnSpc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  <a:ea typeface="Fredoka" panose="02000000000000000000"/>
                <a:cs typeface="Arial" panose="020B0604020202020204" pitchFamily="34" charset="0"/>
                <a:sym typeface="Fredoka" panose="02000000000000000000"/>
              </a:rPr>
              <a:t>KHOA CÔNG NGHỆ THÔNG TIN</a:t>
            </a:r>
            <a:endParaRPr lang="en-US" altLang="en-US" sz="2400" b="1">
              <a:solidFill>
                <a:schemeClr val="tx1"/>
              </a:solidFill>
              <a:latin typeface="Arial" panose="020B0604020202020204" pitchFamily="34" charset="0"/>
              <a:ea typeface="Fredoka" panose="02000000000000000000"/>
              <a:cs typeface="Arial" panose="020B0604020202020204" pitchFamily="34" charset="0"/>
              <a:sym typeface="Fredoka" panose="02000000000000000000"/>
            </a:endParaRPr>
          </a:p>
        </p:txBody>
      </p:sp>
      <p:sp>
        <p:nvSpPr>
          <p:cNvPr id="39" name="TextBox 27"/>
          <p:cNvSpPr txBox="1"/>
          <p:nvPr/>
        </p:nvSpPr>
        <p:spPr>
          <a:xfrm>
            <a:off x="7238979" y="1333466"/>
            <a:ext cx="6973681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ĐỒ ÁN TỐT NGHIỆP</a:t>
            </a:r>
            <a:endParaRPr 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</p:txBody>
      </p:sp>
      <p:sp>
        <p:nvSpPr>
          <p:cNvPr id="40" name="TextBox 17"/>
          <p:cNvSpPr txBox="1"/>
          <p:nvPr/>
        </p:nvSpPr>
        <p:spPr>
          <a:xfrm>
            <a:off x="1524000" y="-82550"/>
            <a:ext cx="5752465" cy="10744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405"/>
              </a:lnSpc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ea typeface="Fredoka" panose="02000000000000000000"/>
                <a:cs typeface="Arial" panose="020B0604020202020204" pitchFamily="34" charset="0"/>
                <a:sym typeface="Fredoka" panose="02000000000000000000"/>
              </a:rPr>
              <a:t>ĐẠI HỌC TRÀ VINH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  <a:ea typeface="Fredoka" panose="02000000000000000000"/>
              <a:cs typeface="Arial" panose="020B0604020202020204" pitchFamily="34" charset="0"/>
              <a:sym typeface="Fredoka" panose="02000000000000000000"/>
            </a:endParaRPr>
          </a:p>
        </p:txBody>
      </p:sp>
      <p:sp>
        <p:nvSpPr>
          <p:cNvPr id="41" name="TextBox 17"/>
          <p:cNvSpPr txBox="1"/>
          <p:nvPr/>
        </p:nvSpPr>
        <p:spPr>
          <a:xfrm>
            <a:off x="1524000" y="259080"/>
            <a:ext cx="5752465" cy="10744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405"/>
              </a:lnSpc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  <a:ea typeface="Fredoka" panose="02000000000000000000"/>
                <a:cs typeface="Arial" panose="020B0604020202020204" pitchFamily="34" charset="0"/>
                <a:sym typeface="Fredoka" panose="02000000000000000000"/>
              </a:rPr>
              <a:t>TRƯỜNG KỸ THUẬT &amp; CÔNG NGHỆ</a:t>
            </a:r>
            <a:endParaRPr lang="en-US" altLang="en-US" sz="2400" b="1">
              <a:solidFill>
                <a:schemeClr val="tx1"/>
              </a:solidFill>
              <a:latin typeface="Arial" panose="020B0604020202020204" pitchFamily="34" charset="0"/>
              <a:ea typeface="Fredoka" panose="02000000000000000000"/>
              <a:cs typeface="Arial" panose="020B0604020202020204" pitchFamily="34" charset="0"/>
              <a:sym typeface="Fredoka" panose="02000000000000000000"/>
            </a:endParaRPr>
          </a:p>
        </p:txBody>
      </p:sp>
      <p:sp>
        <p:nvSpPr>
          <p:cNvPr id="42" name="TextBox 27"/>
          <p:cNvSpPr txBox="1"/>
          <p:nvPr/>
        </p:nvSpPr>
        <p:spPr>
          <a:xfrm>
            <a:off x="7620000" y="5905500"/>
            <a:ext cx="5651500" cy="2773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</a:pP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algn="ctr">
              <a:lnSpc>
                <a:spcPts val="3605"/>
              </a:lnSpc>
            </a:pP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Sinh viên thực hiện: </a:t>
            </a: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algn="ctr">
              <a:lnSpc>
                <a:spcPts val="3605"/>
              </a:lnSpc>
            </a:pP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algn="ctr">
              <a:lnSpc>
                <a:spcPts val="3605"/>
              </a:lnSpc>
            </a:pP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PHẠM MINH NHẬT </a:t>
            </a: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algn="ctr">
              <a:lnSpc>
                <a:spcPts val="3605"/>
              </a:lnSpc>
            </a:pP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  <a:p>
            <a:pPr algn="l">
              <a:lnSpc>
                <a:spcPts val="3605"/>
              </a:lnSpc>
            </a:pP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</p:txBody>
      </p:sp>
      <p:sp>
        <p:nvSpPr>
          <p:cNvPr id="43" name="TextBox 27"/>
          <p:cNvSpPr txBox="1"/>
          <p:nvPr/>
        </p:nvSpPr>
        <p:spPr>
          <a:xfrm>
            <a:off x="1066800" y="8679180"/>
            <a:ext cx="11758295" cy="462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altLang="en-US" sz="303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Mã số sinh viên: 110122130 - Lớp: DA22TTB - Khoá: 2022</a:t>
            </a:r>
            <a:endParaRPr lang="en-US" altLang="en-US" sz="303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94557" y="-1468648"/>
            <a:ext cx="9641227" cy="9930103"/>
          </a:xfrm>
          <a:custGeom>
            <a:avLst/>
            <a:gdLst/>
            <a:ahLst/>
            <a:cxnLst/>
            <a:rect l="l" t="t" r="r" b="b"/>
            <a:pathLst>
              <a:path w="9641227" h="9930103">
                <a:moveTo>
                  <a:pt x="0" y="0"/>
                </a:moveTo>
                <a:lnTo>
                  <a:pt x="9641227" y="0"/>
                </a:lnTo>
                <a:lnTo>
                  <a:pt x="9641227" y="9930103"/>
                </a:lnTo>
                <a:lnTo>
                  <a:pt x="0" y="99301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95620" y="1275395"/>
            <a:ext cx="7550658" cy="8229600"/>
          </a:xfrm>
          <a:custGeom>
            <a:avLst/>
            <a:gdLst/>
            <a:ahLst/>
            <a:cxnLst/>
            <a:rect l="l" t="t" r="r" b="b"/>
            <a:pathLst>
              <a:path w="7550658" h="8229600">
                <a:moveTo>
                  <a:pt x="0" y="0"/>
                </a:moveTo>
                <a:lnTo>
                  <a:pt x="7550658" y="0"/>
                </a:lnTo>
                <a:lnTo>
                  <a:pt x="75506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41282" y="7662945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1" y="0"/>
                </a:lnTo>
                <a:lnTo>
                  <a:pt x="1227511" y="1021903"/>
                </a:lnTo>
                <a:lnTo>
                  <a:pt x="0" y="1021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>
            <a:off x="2247929" y="-4003518"/>
            <a:ext cx="7597482" cy="7277127"/>
          </a:xfrm>
          <a:custGeom>
            <a:avLst/>
            <a:gdLst/>
            <a:ahLst/>
            <a:cxnLst/>
            <a:rect l="l" t="t" r="r" b="b"/>
            <a:pathLst>
              <a:path w="7597482" h="7277127">
                <a:moveTo>
                  <a:pt x="7597482" y="0"/>
                </a:moveTo>
                <a:lnTo>
                  <a:pt x="0" y="0"/>
                </a:lnTo>
                <a:lnTo>
                  <a:pt x="0" y="7277127"/>
                </a:lnTo>
                <a:lnTo>
                  <a:pt x="7597482" y="7277127"/>
                </a:lnTo>
                <a:lnTo>
                  <a:pt x="759748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6753225" y="773430"/>
            <a:ext cx="621982" cy="667702"/>
            <a:chOff x="0" y="0"/>
            <a:chExt cx="829310" cy="890270"/>
          </a:xfrm>
        </p:grpSpPr>
        <p:sp>
          <p:nvSpPr>
            <p:cNvPr id="7" name="Freeform 7"/>
            <p:cNvSpPr/>
            <p:nvPr/>
          </p:nvSpPr>
          <p:spPr>
            <a:xfrm>
              <a:off x="49884" y="50205"/>
              <a:ext cx="728822" cy="789703"/>
            </a:xfrm>
            <a:custGeom>
              <a:avLst/>
              <a:gdLst/>
              <a:ahLst/>
              <a:cxnLst/>
              <a:rect l="l" t="t" r="r" b="b"/>
              <a:pathLst>
                <a:path w="728822" h="789703">
                  <a:moveTo>
                    <a:pt x="572416" y="760055"/>
                  </a:moveTo>
                  <a:cubicBezTo>
                    <a:pt x="-4164" y="83145"/>
                    <a:pt x="3456" y="59015"/>
                    <a:pt x="13616" y="38695"/>
                  </a:cubicBezTo>
                  <a:cubicBezTo>
                    <a:pt x="22506" y="23455"/>
                    <a:pt x="40286" y="10755"/>
                    <a:pt x="56796" y="5675"/>
                  </a:cubicBezTo>
                  <a:cubicBezTo>
                    <a:pt x="72036" y="-675"/>
                    <a:pt x="94896" y="-1945"/>
                    <a:pt x="111406" y="3135"/>
                  </a:cubicBezTo>
                  <a:cubicBezTo>
                    <a:pt x="127916" y="8215"/>
                    <a:pt x="145696" y="19645"/>
                    <a:pt x="155856" y="36155"/>
                  </a:cubicBezTo>
                  <a:cubicBezTo>
                    <a:pt x="167286" y="55205"/>
                    <a:pt x="172366" y="93305"/>
                    <a:pt x="166016" y="114895"/>
                  </a:cubicBezTo>
                  <a:cubicBezTo>
                    <a:pt x="160936" y="132675"/>
                    <a:pt x="145696" y="147915"/>
                    <a:pt x="131726" y="158075"/>
                  </a:cubicBezTo>
                  <a:cubicBezTo>
                    <a:pt x="116486" y="166965"/>
                    <a:pt x="96166" y="173315"/>
                    <a:pt x="78386" y="170775"/>
                  </a:cubicBezTo>
                  <a:cubicBezTo>
                    <a:pt x="56796" y="166965"/>
                    <a:pt x="23776" y="145375"/>
                    <a:pt x="11076" y="127595"/>
                  </a:cubicBezTo>
                  <a:cubicBezTo>
                    <a:pt x="916" y="112355"/>
                    <a:pt x="-1624" y="90765"/>
                    <a:pt x="916" y="74255"/>
                  </a:cubicBezTo>
                  <a:cubicBezTo>
                    <a:pt x="3456" y="56475"/>
                    <a:pt x="13616" y="37425"/>
                    <a:pt x="25046" y="24725"/>
                  </a:cubicBezTo>
                  <a:cubicBezTo>
                    <a:pt x="37746" y="12025"/>
                    <a:pt x="55526" y="1865"/>
                    <a:pt x="74576" y="595"/>
                  </a:cubicBezTo>
                  <a:cubicBezTo>
                    <a:pt x="96166" y="-675"/>
                    <a:pt x="116486" y="5675"/>
                    <a:pt x="149506" y="28535"/>
                  </a:cubicBezTo>
                  <a:cubicBezTo>
                    <a:pt x="254916" y="99655"/>
                    <a:pt x="643536" y="540345"/>
                    <a:pt x="705766" y="639405"/>
                  </a:cubicBezTo>
                  <a:cubicBezTo>
                    <a:pt x="722276" y="667345"/>
                    <a:pt x="727356" y="681315"/>
                    <a:pt x="728626" y="699095"/>
                  </a:cubicBezTo>
                  <a:cubicBezTo>
                    <a:pt x="729896" y="714335"/>
                    <a:pt x="724816" y="728305"/>
                    <a:pt x="718466" y="741005"/>
                  </a:cubicBezTo>
                  <a:cubicBezTo>
                    <a:pt x="712116" y="753705"/>
                    <a:pt x="703226" y="765135"/>
                    <a:pt x="690526" y="772755"/>
                  </a:cubicBezTo>
                  <a:cubicBezTo>
                    <a:pt x="675286" y="782915"/>
                    <a:pt x="648616" y="791805"/>
                    <a:pt x="629566" y="789265"/>
                  </a:cubicBezTo>
                  <a:cubicBezTo>
                    <a:pt x="609246" y="786725"/>
                    <a:pt x="572416" y="760055"/>
                    <a:pt x="572416" y="760055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6748462" y="1344930"/>
            <a:ext cx="490538" cy="260985"/>
            <a:chOff x="0" y="0"/>
            <a:chExt cx="654050" cy="347980"/>
          </a:xfrm>
        </p:grpSpPr>
        <p:sp>
          <p:nvSpPr>
            <p:cNvPr id="9" name="Freeform 9"/>
            <p:cNvSpPr/>
            <p:nvPr/>
          </p:nvSpPr>
          <p:spPr>
            <a:xfrm>
              <a:off x="49990" y="49990"/>
              <a:ext cx="554399" cy="245920"/>
            </a:xfrm>
            <a:custGeom>
              <a:avLst/>
              <a:gdLst/>
              <a:ahLst/>
              <a:cxnLst/>
              <a:rect l="l" t="t" r="r" b="b"/>
              <a:pathLst>
                <a:path w="554399" h="245920">
                  <a:moveTo>
                    <a:pt x="446580" y="245920"/>
                  </a:moveTo>
                  <a:cubicBezTo>
                    <a:pt x="54150" y="174800"/>
                    <a:pt x="41450" y="170990"/>
                    <a:pt x="27480" y="158290"/>
                  </a:cubicBezTo>
                  <a:cubicBezTo>
                    <a:pt x="14780" y="145590"/>
                    <a:pt x="3350" y="124000"/>
                    <a:pt x="810" y="106220"/>
                  </a:cubicBezTo>
                  <a:cubicBezTo>
                    <a:pt x="-1730" y="87170"/>
                    <a:pt x="2080" y="64310"/>
                    <a:pt x="10970" y="47800"/>
                  </a:cubicBezTo>
                  <a:cubicBezTo>
                    <a:pt x="19860" y="31290"/>
                    <a:pt x="37640" y="14780"/>
                    <a:pt x="54150" y="7160"/>
                  </a:cubicBezTo>
                  <a:cubicBezTo>
                    <a:pt x="70660" y="-460"/>
                    <a:pt x="94790" y="-1730"/>
                    <a:pt x="112570" y="2080"/>
                  </a:cubicBezTo>
                  <a:cubicBezTo>
                    <a:pt x="131620" y="5890"/>
                    <a:pt x="151940" y="21130"/>
                    <a:pt x="163370" y="32560"/>
                  </a:cubicBezTo>
                  <a:cubicBezTo>
                    <a:pt x="170990" y="41450"/>
                    <a:pt x="174800" y="49070"/>
                    <a:pt x="178610" y="59230"/>
                  </a:cubicBezTo>
                  <a:cubicBezTo>
                    <a:pt x="181150" y="68120"/>
                    <a:pt x="184960" y="77010"/>
                    <a:pt x="183690" y="88440"/>
                  </a:cubicBezTo>
                  <a:cubicBezTo>
                    <a:pt x="183690" y="103680"/>
                    <a:pt x="176070" y="130350"/>
                    <a:pt x="168450" y="144320"/>
                  </a:cubicBezTo>
                  <a:cubicBezTo>
                    <a:pt x="162100" y="154480"/>
                    <a:pt x="157020" y="159560"/>
                    <a:pt x="146860" y="165910"/>
                  </a:cubicBezTo>
                  <a:cubicBezTo>
                    <a:pt x="134160" y="174800"/>
                    <a:pt x="110030" y="184960"/>
                    <a:pt x="90980" y="183690"/>
                  </a:cubicBezTo>
                  <a:cubicBezTo>
                    <a:pt x="71930" y="183690"/>
                    <a:pt x="50340" y="176070"/>
                    <a:pt x="35100" y="164640"/>
                  </a:cubicBezTo>
                  <a:cubicBezTo>
                    <a:pt x="21130" y="153210"/>
                    <a:pt x="7160" y="134160"/>
                    <a:pt x="2080" y="115110"/>
                  </a:cubicBezTo>
                  <a:cubicBezTo>
                    <a:pt x="-1730" y="97330"/>
                    <a:pt x="-460" y="74470"/>
                    <a:pt x="7160" y="56690"/>
                  </a:cubicBezTo>
                  <a:cubicBezTo>
                    <a:pt x="13510" y="38910"/>
                    <a:pt x="28750" y="21130"/>
                    <a:pt x="45260" y="12240"/>
                  </a:cubicBezTo>
                  <a:cubicBezTo>
                    <a:pt x="61770" y="3350"/>
                    <a:pt x="75740" y="810"/>
                    <a:pt x="102410" y="810"/>
                  </a:cubicBezTo>
                  <a:cubicBezTo>
                    <a:pt x="173530" y="-1730"/>
                    <a:pt x="413560" y="42720"/>
                    <a:pt x="475790" y="60500"/>
                  </a:cubicBezTo>
                  <a:cubicBezTo>
                    <a:pt x="497380" y="66850"/>
                    <a:pt x="505000" y="68120"/>
                    <a:pt x="516430" y="78280"/>
                  </a:cubicBezTo>
                  <a:cubicBezTo>
                    <a:pt x="531670" y="89710"/>
                    <a:pt x="548180" y="113840"/>
                    <a:pt x="553260" y="134160"/>
                  </a:cubicBezTo>
                  <a:cubicBezTo>
                    <a:pt x="557070" y="154480"/>
                    <a:pt x="550720" y="182420"/>
                    <a:pt x="543100" y="200200"/>
                  </a:cubicBezTo>
                  <a:cubicBezTo>
                    <a:pt x="535480" y="214170"/>
                    <a:pt x="525320" y="225600"/>
                    <a:pt x="511350" y="233220"/>
                  </a:cubicBezTo>
                  <a:cubicBezTo>
                    <a:pt x="494840" y="242110"/>
                    <a:pt x="446580" y="245920"/>
                    <a:pt x="446580" y="245920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7477125" y="804862"/>
            <a:ext cx="323850" cy="498157"/>
            <a:chOff x="0" y="0"/>
            <a:chExt cx="431800" cy="664210"/>
          </a:xfrm>
        </p:grpSpPr>
        <p:sp>
          <p:nvSpPr>
            <p:cNvPr id="11" name="Freeform 11"/>
            <p:cNvSpPr/>
            <p:nvPr/>
          </p:nvSpPr>
          <p:spPr>
            <a:xfrm>
              <a:off x="48830" y="50503"/>
              <a:ext cx="332662" cy="564932"/>
            </a:xfrm>
            <a:custGeom>
              <a:avLst/>
              <a:gdLst/>
              <a:ahLst/>
              <a:cxnLst/>
              <a:rect l="l" t="t" r="r" b="b"/>
              <a:pathLst>
                <a:path w="332662" h="564932">
                  <a:moveTo>
                    <a:pt x="3240" y="439717"/>
                  </a:moveTo>
                  <a:cubicBezTo>
                    <a:pt x="141670" y="90467"/>
                    <a:pt x="158180" y="47287"/>
                    <a:pt x="182310" y="24427"/>
                  </a:cubicBezTo>
                  <a:cubicBezTo>
                    <a:pt x="197550" y="10457"/>
                    <a:pt x="215330" y="2837"/>
                    <a:pt x="233110" y="297"/>
                  </a:cubicBezTo>
                  <a:cubicBezTo>
                    <a:pt x="250890" y="-973"/>
                    <a:pt x="273750" y="1567"/>
                    <a:pt x="288990" y="12997"/>
                  </a:cubicBezTo>
                  <a:cubicBezTo>
                    <a:pt x="308040" y="25697"/>
                    <a:pt x="328360" y="61257"/>
                    <a:pt x="332170" y="84117"/>
                  </a:cubicBezTo>
                  <a:cubicBezTo>
                    <a:pt x="334710" y="103167"/>
                    <a:pt x="327090" y="123487"/>
                    <a:pt x="316930" y="138727"/>
                  </a:cubicBezTo>
                  <a:cubicBezTo>
                    <a:pt x="306770" y="153967"/>
                    <a:pt x="288990" y="167937"/>
                    <a:pt x="272480" y="173017"/>
                  </a:cubicBezTo>
                  <a:cubicBezTo>
                    <a:pt x="254700" y="179367"/>
                    <a:pt x="233110" y="180637"/>
                    <a:pt x="215330" y="174287"/>
                  </a:cubicBezTo>
                  <a:cubicBezTo>
                    <a:pt x="193740" y="164127"/>
                    <a:pt x="165800" y="134917"/>
                    <a:pt x="158180" y="113327"/>
                  </a:cubicBezTo>
                  <a:cubicBezTo>
                    <a:pt x="150560" y="95547"/>
                    <a:pt x="154370" y="73957"/>
                    <a:pt x="160720" y="56177"/>
                  </a:cubicBezTo>
                  <a:cubicBezTo>
                    <a:pt x="167070" y="39667"/>
                    <a:pt x="179770" y="21887"/>
                    <a:pt x="197550" y="12997"/>
                  </a:cubicBezTo>
                  <a:cubicBezTo>
                    <a:pt x="217870" y="2837"/>
                    <a:pt x="258510" y="297"/>
                    <a:pt x="280100" y="7917"/>
                  </a:cubicBezTo>
                  <a:cubicBezTo>
                    <a:pt x="297880" y="15537"/>
                    <a:pt x="313120" y="32047"/>
                    <a:pt x="322010" y="47287"/>
                  </a:cubicBezTo>
                  <a:cubicBezTo>
                    <a:pt x="329630" y="62527"/>
                    <a:pt x="333440" y="76497"/>
                    <a:pt x="330900" y="103167"/>
                  </a:cubicBezTo>
                  <a:cubicBezTo>
                    <a:pt x="323280" y="176827"/>
                    <a:pt x="217870" y="439717"/>
                    <a:pt x="175960" y="507027"/>
                  </a:cubicBezTo>
                  <a:cubicBezTo>
                    <a:pt x="159450" y="533697"/>
                    <a:pt x="150560" y="546397"/>
                    <a:pt x="131510" y="556557"/>
                  </a:cubicBezTo>
                  <a:cubicBezTo>
                    <a:pt x="113730" y="565447"/>
                    <a:pt x="84520" y="566717"/>
                    <a:pt x="66740" y="562907"/>
                  </a:cubicBezTo>
                  <a:cubicBezTo>
                    <a:pt x="51500" y="560367"/>
                    <a:pt x="37530" y="551477"/>
                    <a:pt x="27370" y="542587"/>
                  </a:cubicBezTo>
                  <a:cubicBezTo>
                    <a:pt x="17210" y="532427"/>
                    <a:pt x="7050" y="520997"/>
                    <a:pt x="1970" y="505757"/>
                  </a:cubicBezTo>
                  <a:cubicBezTo>
                    <a:pt x="-3110" y="487977"/>
                    <a:pt x="3240" y="439717"/>
                    <a:pt x="3240" y="439717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16379190" y="2823210"/>
            <a:ext cx="625793" cy="577215"/>
            <a:chOff x="0" y="0"/>
            <a:chExt cx="834390" cy="769620"/>
          </a:xfrm>
        </p:grpSpPr>
        <p:sp>
          <p:nvSpPr>
            <p:cNvPr id="13" name="Freeform 13"/>
            <p:cNvSpPr/>
            <p:nvPr/>
          </p:nvSpPr>
          <p:spPr>
            <a:xfrm>
              <a:off x="50614" y="50743"/>
              <a:ext cx="731941" cy="668237"/>
            </a:xfrm>
            <a:custGeom>
              <a:avLst/>
              <a:gdLst/>
              <a:ahLst/>
              <a:cxnLst/>
              <a:rect l="l" t="t" r="r" b="b"/>
              <a:pathLst>
                <a:path w="731941" h="668237">
                  <a:moveTo>
                    <a:pt x="151316" y="19107"/>
                  </a:moveTo>
                  <a:cubicBezTo>
                    <a:pt x="675826" y="468687"/>
                    <a:pt x="703766" y="494087"/>
                    <a:pt x="719006" y="524567"/>
                  </a:cubicBezTo>
                  <a:cubicBezTo>
                    <a:pt x="729166" y="546157"/>
                    <a:pt x="732976" y="567747"/>
                    <a:pt x="731706" y="584257"/>
                  </a:cubicBezTo>
                  <a:cubicBezTo>
                    <a:pt x="731706" y="595687"/>
                    <a:pt x="729166" y="603307"/>
                    <a:pt x="724086" y="613467"/>
                  </a:cubicBezTo>
                  <a:cubicBezTo>
                    <a:pt x="715196" y="627437"/>
                    <a:pt x="698686" y="649027"/>
                    <a:pt x="680906" y="657917"/>
                  </a:cubicBezTo>
                  <a:cubicBezTo>
                    <a:pt x="664396" y="665537"/>
                    <a:pt x="640266" y="669347"/>
                    <a:pt x="621216" y="666807"/>
                  </a:cubicBezTo>
                  <a:cubicBezTo>
                    <a:pt x="603436" y="662997"/>
                    <a:pt x="581846" y="651567"/>
                    <a:pt x="569146" y="637597"/>
                  </a:cubicBezTo>
                  <a:cubicBezTo>
                    <a:pt x="555176" y="623627"/>
                    <a:pt x="545016" y="602037"/>
                    <a:pt x="543746" y="582987"/>
                  </a:cubicBezTo>
                  <a:cubicBezTo>
                    <a:pt x="541206" y="563937"/>
                    <a:pt x="550096" y="538537"/>
                    <a:pt x="556446" y="523297"/>
                  </a:cubicBezTo>
                  <a:cubicBezTo>
                    <a:pt x="562796" y="513137"/>
                    <a:pt x="567876" y="506787"/>
                    <a:pt x="576766" y="500437"/>
                  </a:cubicBezTo>
                  <a:cubicBezTo>
                    <a:pt x="590736" y="491547"/>
                    <a:pt x="617406" y="481387"/>
                    <a:pt x="633916" y="478847"/>
                  </a:cubicBezTo>
                  <a:cubicBezTo>
                    <a:pt x="645346" y="477577"/>
                    <a:pt x="652966" y="477577"/>
                    <a:pt x="664396" y="482657"/>
                  </a:cubicBezTo>
                  <a:cubicBezTo>
                    <a:pt x="679636" y="487737"/>
                    <a:pt x="702496" y="504247"/>
                    <a:pt x="713926" y="516947"/>
                  </a:cubicBezTo>
                  <a:cubicBezTo>
                    <a:pt x="721546" y="525837"/>
                    <a:pt x="725356" y="532187"/>
                    <a:pt x="727896" y="543617"/>
                  </a:cubicBezTo>
                  <a:cubicBezTo>
                    <a:pt x="731706" y="560127"/>
                    <a:pt x="732976" y="586797"/>
                    <a:pt x="727896" y="604577"/>
                  </a:cubicBezTo>
                  <a:cubicBezTo>
                    <a:pt x="721546" y="622357"/>
                    <a:pt x="706306" y="641407"/>
                    <a:pt x="689796" y="651567"/>
                  </a:cubicBezTo>
                  <a:cubicBezTo>
                    <a:pt x="674556" y="662997"/>
                    <a:pt x="650426" y="669347"/>
                    <a:pt x="631376" y="668077"/>
                  </a:cubicBezTo>
                  <a:cubicBezTo>
                    <a:pt x="612326" y="666807"/>
                    <a:pt x="593276" y="657917"/>
                    <a:pt x="575496" y="645217"/>
                  </a:cubicBezTo>
                  <a:cubicBezTo>
                    <a:pt x="556446" y="629977"/>
                    <a:pt x="548826" y="604577"/>
                    <a:pt x="523426" y="577907"/>
                  </a:cubicBezTo>
                  <a:cubicBezTo>
                    <a:pt x="480246" y="530917"/>
                    <a:pt x="398966" y="463607"/>
                    <a:pt x="324036" y="401377"/>
                  </a:cubicBezTo>
                  <a:cubicBezTo>
                    <a:pt x="235136" y="325177"/>
                    <a:pt x="62416" y="215957"/>
                    <a:pt x="20506" y="154997"/>
                  </a:cubicBezTo>
                  <a:cubicBezTo>
                    <a:pt x="3996" y="130867"/>
                    <a:pt x="-1084" y="111817"/>
                    <a:pt x="186" y="91497"/>
                  </a:cubicBezTo>
                  <a:cubicBezTo>
                    <a:pt x="186" y="69907"/>
                    <a:pt x="11616" y="44507"/>
                    <a:pt x="25586" y="29267"/>
                  </a:cubicBezTo>
                  <a:cubicBezTo>
                    <a:pt x="40826" y="14027"/>
                    <a:pt x="66226" y="2597"/>
                    <a:pt x="86546" y="57"/>
                  </a:cubicBezTo>
                  <a:cubicBezTo>
                    <a:pt x="108136" y="-1213"/>
                    <a:pt x="151316" y="19107"/>
                    <a:pt x="151316" y="19107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 rot="0">
            <a:off x="16414432" y="2579370"/>
            <a:ext cx="478155" cy="269558"/>
            <a:chOff x="0" y="0"/>
            <a:chExt cx="637540" cy="359410"/>
          </a:xfrm>
        </p:grpSpPr>
        <p:sp>
          <p:nvSpPr>
            <p:cNvPr id="15" name="Freeform 15"/>
            <p:cNvSpPr/>
            <p:nvPr/>
          </p:nvSpPr>
          <p:spPr>
            <a:xfrm>
              <a:off x="46101" y="50800"/>
              <a:ext cx="541084" cy="257810"/>
            </a:xfrm>
            <a:custGeom>
              <a:avLst/>
              <a:gdLst/>
              <a:ahLst/>
              <a:cxnLst/>
              <a:rect l="l" t="t" r="r" b="b"/>
              <a:pathLst>
                <a:path w="541084" h="257810">
                  <a:moveTo>
                    <a:pt x="116459" y="0"/>
                  </a:moveTo>
                  <a:cubicBezTo>
                    <a:pt x="515239" y="87630"/>
                    <a:pt x="525399" y="101600"/>
                    <a:pt x="533019" y="120650"/>
                  </a:cubicBezTo>
                  <a:cubicBezTo>
                    <a:pt x="540639" y="138430"/>
                    <a:pt x="543179" y="163830"/>
                    <a:pt x="538099" y="182880"/>
                  </a:cubicBezTo>
                  <a:cubicBezTo>
                    <a:pt x="534289" y="201930"/>
                    <a:pt x="520319" y="223520"/>
                    <a:pt x="505079" y="234950"/>
                  </a:cubicBezTo>
                  <a:cubicBezTo>
                    <a:pt x="489839" y="247650"/>
                    <a:pt x="466979" y="256540"/>
                    <a:pt x="446659" y="257810"/>
                  </a:cubicBezTo>
                  <a:cubicBezTo>
                    <a:pt x="426339" y="257810"/>
                    <a:pt x="400939" y="247650"/>
                    <a:pt x="386969" y="240030"/>
                  </a:cubicBezTo>
                  <a:cubicBezTo>
                    <a:pt x="376809" y="233680"/>
                    <a:pt x="370459" y="227330"/>
                    <a:pt x="364109" y="217170"/>
                  </a:cubicBezTo>
                  <a:cubicBezTo>
                    <a:pt x="355219" y="203200"/>
                    <a:pt x="346329" y="173990"/>
                    <a:pt x="345059" y="157480"/>
                  </a:cubicBezTo>
                  <a:cubicBezTo>
                    <a:pt x="345059" y="146050"/>
                    <a:pt x="346329" y="137160"/>
                    <a:pt x="351409" y="125730"/>
                  </a:cubicBezTo>
                  <a:cubicBezTo>
                    <a:pt x="357759" y="110490"/>
                    <a:pt x="372999" y="87630"/>
                    <a:pt x="389509" y="77470"/>
                  </a:cubicBezTo>
                  <a:cubicBezTo>
                    <a:pt x="406019" y="66040"/>
                    <a:pt x="430149" y="59690"/>
                    <a:pt x="450469" y="62230"/>
                  </a:cubicBezTo>
                  <a:cubicBezTo>
                    <a:pt x="470789" y="63500"/>
                    <a:pt x="493649" y="72390"/>
                    <a:pt x="507619" y="86360"/>
                  </a:cubicBezTo>
                  <a:cubicBezTo>
                    <a:pt x="522859" y="99060"/>
                    <a:pt x="535559" y="120650"/>
                    <a:pt x="539369" y="140970"/>
                  </a:cubicBezTo>
                  <a:cubicBezTo>
                    <a:pt x="543179" y="160020"/>
                    <a:pt x="540639" y="184150"/>
                    <a:pt x="531749" y="201930"/>
                  </a:cubicBezTo>
                  <a:cubicBezTo>
                    <a:pt x="522859" y="219710"/>
                    <a:pt x="505079" y="238760"/>
                    <a:pt x="487299" y="247650"/>
                  </a:cubicBezTo>
                  <a:cubicBezTo>
                    <a:pt x="469519" y="256540"/>
                    <a:pt x="454279" y="256540"/>
                    <a:pt x="425069" y="256540"/>
                  </a:cubicBezTo>
                  <a:cubicBezTo>
                    <a:pt x="356489" y="254000"/>
                    <a:pt x="134239" y="208280"/>
                    <a:pt x="74549" y="189230"/>
                  </a:cubicBezTo>
                  <a:cubicBezTo>
                    <a:pt x="52959" y="181610"/>
                    <a:pt x="44069" y="177800"/>
                    <a:pt x="32639" y="167640"/>
                  </a:cubicBezTo>
                  <a:cubicBezTo>
                    <a:pt x="21209" y="158750"/>
                    <a:pt x="11049" y="146050"/>
                    <a:pt x="5969" y="130810"/>
                  </a:cubicBezTo>
                  <a:cubicBezTo>
                    <a:pt x="-381" y="111760"/>
                    <a:pt x="-2921" y="82550"/>
                    <a:pt x="4699" y="62230"/>
                  </a:cubicBezTo>
                  <a:cubicBezTo>
                    <a:pt x="11049" y="41910"/>
                    <a:pt x="30099" y="20320"/>
                    <a:pt x="49149" y="10160"/>
                  </a:cubicBezTo>
                  <a:cubicBezTo>
                    <a:pt x="66929" y="0"/>
                    <a:pt x="116459" y="0"/>
                    <a:pt x="116459" y="0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 rot="0">
            <a:off x="16102012" y="2921317"/>
            <a:ext cx="219075" cy="414338"/>
            <a:chOff x="0" y="0"/>
            <a:chExt cx="292100" cy="552450"/>
          </a:xfrm>
        </p:grpSpPr>
        <p:sp>
          <p:nvSpPr>
            <p:cNvPr id="17" name="Freeform 17"/>
            <p:cNvSpPr/>
            <p:nvPr/>
          </p:nvSpPr>
          <p:spPr>
            <a:xfrm>
              <a:off x="41890" y="49992"/>
              <a:ext cx="198332" cy="450896"/>
            </a:xfrm>
            <a:custGeom>
              <a:avLst/>
              <a:gdLst/>
              <a:ahLst/>
              <a:cxnLst/>
              <a:rect l="l" t="t" r="r" b="b"/>
              <a:pathLst>
                <a:path w="198332" h="450896">
                  <a:moveTo>
                    <a:pt x="198140" y="96058"/>
                  </a:moveTo>
                  <a:cubicBezTo>
                    <a:pt x="194330" y="383078"/>
                    <a:pt x="190520" y="398318"/>
                    <a:pt x="179090" y="413558"/>
                  </a:cubicBezTo>
                  <a:cubicBezTo>
                    <a:pt x="167660" y="428798"/>
                    <a:pt x="147340" y="442768"/>
                    <a:pt x="128290" y="447848"/>
                  </a:cubicBezTo>
                  <a:cubicBezTo>
                    <a:pt x="110510" y="452928"/>
                    <a:pt x="86380" y="451658"/>
                    <a:pt x="68600" y="444038"/>
                  </a:cubicBezTo>
                  <a:cubicBezTo>
                    <a:pt x="50820" y="437688"/>
                    <a:pt x="31770" y="421178"/>
                    <a:pt x="21610" y="404668"/>
                  </a:cubicBezTo>
                  <a:cubicBezTo>
                    <a:pt x="12720" y="388158"/>
                    <a:pt x="7640" y="365298"/>
                    <a:pt x="8910" y="346248"/>
                  </a:cubicBezTo>
                  <a:cubicBezTo>
                    <a:pt x="11450" y="327198"/>
                    <a:pt x="24150" y="304338"/>
                    <a:pt x="34310" y="291638"/>
                  </a:cubicBezTo>
                  <a:cubicBezTo>
                    <a:pt x="41930" y="282748"/>
                    <a:pt x="48280" y="277668"/>
                    <a:pt x="58440" y="272588"/>
                  </a:cubicBezTo>
                  <a:cubicBezTo>
                    <a:pt x="73680" y="266238"/>
                    <a:pt x="100350" y="259888"/>
                    <a:pt x="118130" y="262428"/>
                  </a:cubicBezTo>
                  <a:cubicBezTo>
                    <a:pt x="137180" y="266238"/>
                    <a:pt x="158770" y="277668"/>
                    <a:pt x="172740" y="291638"/>
                  </a:cubicBezTo>
                  <a:cubicBezTo>
                    <a:pt x="185440" y="305608"/>
                    <a:pt x="195600" y="327198"/>
                    <a:pt x="198140" y="346248"/>
                  </a:cubicBezTo>
                  <a:cubicBezTo>
                    <a:pt x="199410" y="365298"/>
                    <a:pt x="194330" y="389428"/>
                    <a:pt x="184170" y="404668"/>
                  </a:cubicBezTo>
                  <a:cubicBezTo>
                    <a:pt x="175280" y="421178"/>
                    <a:pt x="152420" y="437688"/>
                    <a:pt x="138450" y="444038"/>
                  </a:cubicBezTo>
                  <a:cubicBezTo>
                    <a:pt x="128290" y="449118"/>
                    <a:pt x="120670" y="451658"/>
                    <a:pt x="107970" y="450388"/>
                  </a:cubicBezTo>
                  <a:cubicBezTo>
                    <a:pt x="92730" y="450388"/>
                    <a:pt x="66060" y="445308"/>
                    <a:pt x="50820" y="435148"/>
                  </a:cubicBezTo>
                  <a:cubicBezTo>
                    <a:pt x="34310" y="423718"/>
                    <a:pt x="22880" y="411018"/>
                    <a:pt x="13990" y="386888"/>
                  </a:cubicBezTo>
                  <a:cubicBezTo>
                    <a:pt x="-5060" y="332278"/>
                    <a:pt x="-2520" y="157018"/>
                    <a:pt x="8910" y="96058"/>
                  </a:cubicBezTo>
                  <a:cubicBezTo>
                    <a:pt x="13990" y="65578"/>
                    <a:pt x="17800" y="47798"/>
                    <a:pt x="31770" y="32558"/>
                  </a:cubicBezTo>
                  <a:cubicBezTo>
                    <a:pt x="45740" y="17318"/>
                    <a:pt x="72410" y="4618"/>
                    <a:pt x="91460" y="808"/>
                  </a:cubicBezTo>
                  <a:cubicBezTo>
                    <a:pt x="107970" y="-1732"/>
                    <a:pt x="123210" y="2078"/>
                    <a:pt x="137180" y="7158"/>
                  </a:cubicBezTo>
                  <a:cubicBezTo>
                    <a:pt x="151150" y="12238"/>
                    <a:pt x="165120" y="19858"/>
                    <a:pt x="174010" y="32558"/>
                  </a:cubicBezTo>
                  <a:cubicBezTo>
                    <a:pt x="186710" y="47798"/>
                    <a:pt x="198140" y="96058"/>
                    <a:pt x="198140" y="96058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 rot="0">
            <a:off x="5082540" y="97155"/>
            <a:ext cx="638175" cy="1363980"/>
            <a:chOff x="0" y="0"/>
            <a:chExt cx="850900" cy="1818640"/>
          </a:xfrm>
        </p:grpSpPr>
        <p:sp>
          <p:nvSpPr>
            <p:cNvPr id="19" name="Freeform 19"/>
            <p:cNvSpPr/>
            <p:nvPr/>
          </p:nvSpPr>
          <p:spPr>
            <a:xfrm>
              <a:off x="49702" y="48211"/>
              <a:ext cx="750073" cy="1718359"/>
            </a:xfrm>
            <a:custGeom>
              <a:avLst/>
              <a:gdLst/>
              <a:ahLst/>
              <a:cxnLst/>
              <a:rect l="l" t="t" r="r" b="b"/>
              <a:pathLst>
                <a:path w="750073" h="1718359">
                  <a:moveTo>
                    <a:pt x="185248" y="59739"/>
                  </a:moveTo>
                  <a:cubicBezTo>
                    <a:pt x="605618" y="1070659"/>
                    <a:pt x="622128" y="1121459"/>
                    <a:pt x="651338" y="1211629"/>
                  </a:cubicBezTo>
                  <a:cubicBezTo>
                    <a:pt x="683088" y="1317039"/>
                    <a:pt x="733888" y="1479599"/>
                    <a:pt x="745318" y="1554529"/>
                  </a:cubicBezTo>
                  <a:cubicBezTo>
                    <a:pt x="750398" y="1591359"/>
                    <a:pt x="751668" y="1615489"/>
                    <a:pt x="747858" y="1637079"/>
                  </a:cubicBezTo>
                  <a:cubicBezTo>
                    <a:pt x="745318" y="1649779"/>
                    <a:pt x="741508" y="1657399"/>
                    <a:pt x="733888" y="1668829"/>
                  </a:cubicBezTo>
                  <a:cubicBezTo>
                    <a:pt x="723728" y="1682799"/>
                    <a:pt x="698328" y="1703119"/>
                    <a:pt x="681818" y="1712009"/>
                  </a:cubicBezTo>
                  <a:cubicBezTo>
                    <a:pt x="670388" y="1717089"/>
                    <a:pt x="660228" y="1718359"/>
                    <a:pt x="647528" y="1718359"/>
                  </a:cubicBezTo>
                  <a:cubicBezTo>
                    <a:pt x="629748" y="1717089"/>
                    <a:pt x="597998" y="1708199"/>
                    <a:pt x="582758" y="1699309"/>
                  </a:cubicBezTo>
                  <a:cubicBezTo>
                    <a:pt x="571328" y="1691689"/>
                    <a:pt x="564978" y="1685339"/>
                    <a:pt x="558628" y="1675179"/>
                  </a:cubicBezTo>
                  <a:cubicBezTo>
                    <a:pt x="548468" y="1658669"/>
                    <a:pt x="538308" y="1628189"/>
                    <a:pt x="537038" y="1610409"/>
                  </a:cubicBezTo>
                  <a:cubicBezTo>
                    <a:pt x="537038" y="1596439"/>
                    <a:pt x="538308" y="1587549"/>
                    <a:pt x="543388" y="1576119"/>
                  </a:cubicBezTo>
                  <a:cubicBezTo>
                    <a:pt x="551008" y="1559609"/>
                    <a:pt x="571328" y="1534209"/>
                    <a:pt x="585298" y="1522779"/>
                  </a:cubicBezTo>
                  <a:cubicBezTo>
                    <a:pt x="596728" y="1515159"/>
                    <a:pt x="604348" y="1511349"/>
                    <a:pt x="617048" y="1508809"/>
                  </a:cubicBezTo>
                  <a:cubicBezTo>
                    <a:pt x="634828" y="1506269"/>
                    <a:pt x="667848" y="1507539"/>
                    <a:pt x="685628" y="1513889"/>
                  </a:cubicBezTo>
                  <a:cubicBezTo>
                    <a:pt x="697058" y="1517699"/>
                    <a:pt x="705948" y="1524049"/>
                    <a:pt x="714838" y="1531669"/>
                  </a:cubicBezTo>
                  <a:cubicBezTo>
                    <a:pt x="722458" y="1539289"/>
                    <a:pt x="730078" y="1546909"/>
                    <a:pt x="736428" y="1558339"/>
                  </a:cubicBezTo>
                  <a:cubicBezTo>
                    <a:pt x="744048" y="1574849"/>
                    <a:pt x="750398" y="1606599"/>
                    <a:pt x="749128" y="1625649"/>
                  </a:cubicBezTo>
                  <a:cubicBezTo>
                    <a:pt x="749128" y="1638349"/>
                    <a:pt x="746588" y="1647239"/>
                    <a:pt x="740238" y="1658669"/>
                  </a:cubicBezTo>
                  <a:cubicBezTo>
                    <a:pt x="730078" y="1673909"/>
                    <a:pt x="707218" y="1696769"/>
                    <a:pt x="691978" y="1706929"/>
                  </a:cubicBezTo>
                  <a:cubicBezTo>
                    <a:pt x="680548" y="1713279"/>
                    <a:pt x="671658" y="1715819"/>
                    <a:pt x="658958" y="1717089"/>
                  </a:cubicBezTo>
                  <a:cubicBezTo>
                    <a:pt x="641178" y="1718359"/>
                    <a:pt x="610698" y="1715819"/>
                    <a:pt x="592918" y="1704389"/>
                  </a:cubicBezTo>
                  <a:cubicBezTo>
                    <a:pt x="573868" y="1694229"/>
                    <a:pt x="559898" y="1680259"/>
                    <a:pt x="547198" y="1654859"/>
                  </a:cubicBezTo>
                  <a:cubicBezTo>
                    <a:pt x="520528" y="1604059"/>
                    <a:pt x="512908" y="1497379"/>
                    <a:pt x="486238" y="1400859"/>
                  </a:cubicBezTo>
                  <a:cubicBezTo>
                    <a:pt x="453218" y="1273859"/>
                    <a:pt x="415118" y="1131619"/>
                    <a:pt x="354158" y="962709"/>
                  </a:cubicBezTo>
                  <a:cubicBezTo>
                    <a:pt x="269068" y="722679"/>
                    <a:pt x="11258" y="233729"/>
                    <a:pt x="1098" y="107999"/>
                  </a:cubicBezTo>
                  <a:cubicBezTo>
                    <a:pt x="-2712" y="74979"/>
                    <a:pt x="3638" y="59739"/>
                    <a:pt x="16338" y="41959"/>
                  </a:cubicBezTo>
                  <a:cubicBezTo>
                    <a:pt x="27768" y="24179"/>
                    <a:pt x="50628" y="7669"/>
                    <a:pt x="70948" y="2589"/>
                  </a:cubicBezTo>
                  <a:cubicBezTo>
                    <a:pt x="91268" y="-2491"/>
                    <a:pt x="120478" y="49"/>
                    <a:pt x="138258" y="8939"/>
                  </a:cubicBezTo>
                  <a:cubicBezTo>
                    <a:pt x="157308" y="19099"/>
                    <a:pt x="185248" y="59739"/>
                    <a:pt x="185248" y="59739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 rot="0">
            <a:off x="5575935" y="1494473"/>
            <a:ext cx="218122" cy="218122"/>
            <a:chOff x="0" y="0"/>
            <a:chExt cx="290830" cy="290830"/>
          </a:xfrm>
        </p:grpSpPr>
        <p:sp>
          <p:nvSpPr>
            <p:cNvPr id="21" name="Freeform 21"/>
            <p:cNvSpPr/>
            <p:nvPr/>
          </p:nvSpPr>
          <p:spPr>
            <a:xfrm>
              <a:off x="50483" y="49479"/>
              <a:ext cx="185737" cy="189599"/>
            </a:xfrm>
            <a:custGeom>
              <a:avLst/>
              <a:gdLst/>
              <a:ahLst/>
              <a:cxnLst/>
              <a:rect l="l" t="t" r="r" b="b"/>
              <a:pathLst>
                <a:path w="185737" h="189599">
                  <a:moveTo>
                    <a:pt x="185737" y="66091"/>
                  </a:moveTo>
                  <a:cubicBezTo>
                    <a:pt x="185737" y="127051"/>
                    <a:pt x="179387" y="142291"/>
                    <a:pt x="170497" y="153721"/>
                  </a:cubicBezTo>
                  <a:cubicBezTo>
                    <a:pt x="160337" y="165151"/>
                    <a:pt x="147637" y="175311"/>
                    <a:pt x="133667" y="181661"/>
                  </a:cubicBezTo>
                  <a:cubicBezTo>
                    <a:pt x="120967" y="188011"/>
                    <a:pt x="104457" y="190551"/>
                    <a:pt x="89217" y="189281"/>
                  </a:cubicBezTo>
                  <a:cubicBezTo>
                    <a:pt x="73977" y="189281"/>
                    <a:pt x="58737" y="184201"/>
                    <a:pt x="46037" y="176581"/>
                  </a:cubicBezTo>
                  <a:cubicBezTo>
                    <a:pt x="33337" y="168961"/>
                    <a:pt x="20637" y="156261"/>
                    <a:pt x="13017" y="143561"/>
                  </a:cubicBezTo>
                  <a:cubicBezTo>
                    <a:pt x="5397" y="130861"/>
                    <a:pt x="317" y="115621"/>
                    <a:pt x="317" y="100381"/>
                  </a:cubicBezTo>
                  <a:cubicBezTo>
                    <a:pt x="-953" y="85141"/>
                    <a:pt x="1587" y="68631"/>
                    <a:pt x="7937" y="55931"/>
                  </a:cubicBezTo>
                  <a:cubicBezTo>
                    <a:pt x="14287" y="41961"/>
                    <a:pt x="24447" y="29261"/>
                    <a:pt x="35877" y="20371"/>
                  </a:cubicBezTo>
                  <a:cubicBezTo>
                    <a:pt x="47307" y="10211"/>
                    <a:pt x="63817" y="3861"/>
                    <a:pt x="77787" y="1321"/>
                  </a:cubicBezTo>
                  <a:cubicBezTo>
                    <a:pt x="91757" y="-1219"/>
                    <a:pt x="109537" y="51"/>
                    <a:pt x="123507" y="3861"/>
                  </a:cubicBezTo>
                  <a:cubicBezTo>
                    <a:pt x="137477" y="7671"/>
                    <a:pt x="162877" y="27991"/>
                    <a:pt x="162877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 rot="0">
            <a:off x="14264640" y="7319010"/>
            <a:ext cx="218122" cy="218122"/>
            <a:chOff x="0" y="0"/>
            <a:chExt cx="290830" cy="290830"/>
          </a:xfrm>
        </p:grpSpPr>
        <p:sp>
          <p:nvSpPr>
            <p:cNvPr id="23" name="Freeform 23"/>
            <p:cNvSpPr/>
            <p:nvPr/>
          </p:nvSpPr>
          <p:spPr>
            <a:xfrm>
              <a:off x="50557" y="49479"/>
              <a:ext cx="186933" cy="190551"/>
            </a:xfrm>
            <a:custGeom>
              <a:avLst/>
              <a:gdLst/>
              <a:ahLst/>
              <a:cxnLst/>
              <a:rect l="l" t="t" r="r" b="b"/>
              <a:pathLst>
                <a:path w="186933" h="190551">
                  <a:moveTo>
                    <a:pt x="186933" y="66091"/>
                  </a:moveTo>
                  <a:cubicBezTo>
                    <a:pt x="186933" y="127051"/>
                    <a:pt x="179313" y="142291"/>
                    <a:pt x="170423" y="153721"/>
                  </a:cubicBezTo>
                  <a:cubicBezTo>
                    <a:pt x="161533" y="165151"/>
                    <a:pt x="147563" y="175311"/>
                    <a:pt x="134863" y="181661"/>
                  </a:cubicBezTo>
                  <a:cubicBezTo>
                    <a:pt x="120893" y="188011"/>
                    <a:pt x="104383" y="190551"/>
                    <a:pt x="89143" y="190551"/>
                  </a:cubicBezTo>
                  <a:cubicBezTo>
                    <a:pt x="75173" y="189281"/>
                    <a:pt x="58663" y="184201"/>
                    <a:pt x="45963" y="176581"/>
                  </a:cubicBezTo>
                  <a:cubicBezTo>
                    <a:pt x="33263" y="168961"/>
                    <a:pt x="21833" y="156261"/>
                    <a:pt x="14213" y="144831"/>
                  </a:cubicBezTo>
                  <a:cubicBezTo>
                    <a:pt x="6593" y="132131"/>
                    <a:pt x="1513" y="115621"/>
                    <a:pt x="243" y="100381"/>
                  </a:cubicBezTo>
                  <a:cubicBezTo>
                    <a:pt x="-1027" y="86411"/>
                    <a:pt x="2783" y="69901"/>
                    <a:pt x="9133" y="55931"/>
                  </a:cubicBezTo>
                  <a:cubicBezTo>
                    <a:pt x="14213" y="41961"/>
                    <a:pt x="25643" y="29261"/>
                    <a:pt x="37073" y="20371"/>
                  </a:cubicBezTo>
                  <a:cubicBezTo>
                    <a:pt x="48503" y="11481"/>
                    <a:pt x="63743" y="3861"/>
                    <a:pt x="77713" y="1321"/>
                  </a:cubicBezTo>
                  <a:cubicBezTo>
                    <a:pt x="92953" y="-1219"/>
                    <a:pt x="109463" y="51"/>
                    <a:pt x="123433" y="3861"/>
                  </a:cubicBezTo>
                  <a:cubicBezTo>
                    <a:pt x="137403" y="8941"/>
                    <a:pt x="162803" y="27991"/>
                    <a:pt x="162803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472795" y="1275395"/>
            <a:ext cx="10786505" cy="1830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80"/>
              </a:lnSpc>
            </a:pPr>
            <a:r>
              <a:rPr lang="en-US" sz="80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Nội dung</a:t>
            </a:r>
            <a:endParaRPr lang="en-US" sz="800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</p:txBody>
      </p:sp>
      <p:sp>
        <p:nvSpPr>
          <p:cNvPr id="27" name="TextBox 17"/>
          <p:cNvSpPr txBox="1"/>
          <p:nvPr/>
        </p:nvSpPr>
        <p:spPr>
          <a:xfrm>
            <a:off x="7086600" y="4243070"/>
            <a:ext cx="11282680" cy="54870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sz="44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1. Giới thiệu đề tài</a:t>
            </a:r>
            <a:endParaRPr 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marL="342900" indent="-342900" algn="l">
              <a:lnSpc>
                <a:spcPts val="2870"/>
              </a:lnSpc>
              <a:buFont typeface="Arial" panose="020B0604020202020204" pitchFamily="34" charset="0"/>
              <a:buChar char="•"/>
            </a:pPr>
            <a:endParaRPr 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44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2. Nghiên cứu lý thuyết</a:t>
            </a: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44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3. Hiện thực hóa nghiên cứu</a:t>
            </a: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marL="800100" lvl="1" indent="-342900" algn="l">
              <a:lnSpc>
                <a:spcPts val="2870"/>
              </a:lnSpc>
              <a:buFont typeface="Arial" panose="020B0604020202020204" pitchFamily="34" charset="0"/>
              <a:buChar char="•"/>
            </a:pP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44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4. Kết quả thực nghiệm</a:t>
            </a: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marL="342900" indent="-342900" algn="l">
              <a:lnSpc>
                <a:spcPts val="2870"/>
              </a:lnSpc>
              <a:buFont typeface="Arial" panose="020B0604020202020204" pitchFamily="34" charset="0"/>
              <a:buChar char="•"/>
            </a:pP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44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5. Kết luận và hướng phát triển</a:t>
            </a:r>
            <a:endParaRPr lang="en-US" altLang="en-US" sz="44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914542" y="3162065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1" y="0"/>
                </a:lnTo>
                <a:lnTo>
                  <a:pt x="1227511" y="1021903"/>
                </a:lnTo>
                <a:lnTo>
                  <a:pt x="0" y="10219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4264640" y="7319010"/>
            <a:ext cx="218122" cy="218122"/>
            <a:chOff x="0" y="0"/>
            <a:chExt cx="290830" cy="290830"/>
          </a:xfrm>
        </p:grpSpPr>
        <p:sp>
          <p:nvSpPr>
            <p:cNvPr id="22" name="Freeform 22"/>
            <p:cNvSpPr/>
            <p:nvPr/>
          </p:nvSpPr>
          <p:spPr>
            <a:xfrm>
              <a:off x="50557" y="49479"/>
              <a:ext cx="186933" cy="190551"/>
            </a:xfrm>
            <a:custGeom>
              <a:avLst/>
              <a:gdLst/>
              <a:ahLst/>
              <a:cxnLst/>
              <a:rect l="l" t="t" r="r" b="b"/>
              <a:pathLst>
                <a:path w="186933" h="190551">
                  <a:moveTo>
                    <a:pt x="186933" y="66091"/>
                  </a:moveTo>
                  <a:cubicBezTo>
                    <a:pt x="186933" y="127051"/>
                    <a:pt x="179313" y="142291"/>
                    <a:pt x="170423" y="153721"/>
                  </a:cubicBezTo>
                  <a:cubicBezTo>
                    <a:pt x="161533" y="165151"/>
                    <a:pt x="147563" y="175311"/>
                    <a:pt x="134863" y="181661"/>
                  </a:cubicBezTo>
                  <a:cubicBezTo>
                    <a:pt x="120893" y="188011"/>
                    <a:pt x="104383" y="190551"/>
                    <a:pt x="89143" y="190551"/>
                  </a:cubicBezTo>
                  <a:cubicBezTo>
                    <a:pt x="75173" y="189281"/>
                    <a:pt x="58663" y="184201"/>
                    <a:pt x="45963" y="176581"/>
                  </a:cubicBezTo>
                  <a:cubicBezTo>
                    <a:pt x="33263" y="168961"/>
                    <a:pt x="21833" y="156261"/>
                    <a:pt x="14213" y="144831"/>
                  </a:cubicBezTo>
                  <a:cubicBezTo>
                    <a:pt x="6593" y="132131"/>
                    <a:pt x="1513" y="115621"/>
                    <a:pt x="243" y="100381"/>
                  </a:cubicBezTo>
                  <a:cubicBezTo>
                    <a:pt x="-1027" y="86411"/>
                    <a:pt x="2783" y="69901"/>
                    <a:pt x="9133" y="55931"/>
                  </a:cubicBezTo>
                  <a:cubicBezTo>
                    <a:pt x="14213" y="41961"/>
                    <a:pt x="25643" y="29261"/>
                    <a:pt x="37073" y="20371"/>
                  </a:cubicBezTo>
                  <a:cubicBezTo>
                    <a:pt x="48503" y="11481"/>
                    <a:pt x="63743" y="3861"/>
                    <a:pt x="77713" y="1321"/>
                  </a:cubicBezTo>
                  <a:cubicBezTo>
                    <a:pt x="92953" y="-1219"/>
                    <a:pt x="109463" y="51"/>
                    <a:pt x="123433" y="3861"/>
                  </a:cubicBezTo>
                  <a:cubicBezTo>
                    <a:pt x="137403" y="8941"/>
                    <a:pt x="162803" y="27991"/>
                    <a:pt x="162803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-2743200" y="3815080"/>
            <a:ext cx="4874895" cy="4474210"/>
          </a:xfrm>
          <a:custGeom>
            <a:avLst/>
            <a:gdLst/>
            <a:ahLst/>
            <a:cxnLst/>
            <a:rect l="l" t="t" r="r" b="b"/>
            <a:pathLst>
              <a:path w="6739592" h="6290286">
                <a:moveTo>
                  <a:pt x="0" y="0"/>
                </a:moveTo>
                <a:lnTo>
                  <a:pt x="6739592" y="0"/>
                </a:lnTo>
                <a:lnTo>
                  <a:pt x="6739592" y="6290286"/>
                </a:lnTo>
                <a:lnTo>
                  <a:pt x="0" y="6290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962640" y="419415"/>
            <a:ext cx="10786505" cy="1830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80"/>
              </a:lnSpc>
            </a:pPr>
            <a:r>
              <a:rPr lang="en-US" sz="6000" b="1">
                <a:solidFill>
                  <a:srgbClr val="1C9E5C"/>
                </a:solidFill>
                <a:latin typeface="Arial" panose="020B0604020202020204" pitchFamily="34" charset="0"/>
                <a:ea typeface="More Sugar"/>
                <a:cs typeface="Arial" panose="020B0604020202020204" pitchFamily="34" charset="0"/>
                <a:sym typeface="More Sugar"/>
              </a:rPr>
              <a:t>1. Giới thiệu đề tài</a:t>
            </a:r>
            <a:endParaRPr lang="en-US" sz="6000" b="1">
              <a:solidFill>
                <a:srgbClr val="1C9E5C"/>
              </a:solidFill>
              <a:latin typeface="Arial" panose="020B0604020202020204" pitchFamily="34" charset="0"/>
              <a:ea typeface="More Sugar"/>
              <a:cs typeface="Arial" panose="020B0604020202020204" pitchFamily="34" charset="0"/>
              <a:sym typeface="More Sugar"/>
            </a:endParaRPr>
          </a:p>
        </p:txBody>
      </p:sp>
      <p:sp>
        <p:nvSpPr>
          <p:cNvPr id="28" name="TextBox 17"/>
          <p:cNvSpPr txBox="1"/>
          <p:nvPr/>
        </p:nvSpPr>
        <p:spPr>
          <a:xfrm>
            <a:off x="2324100" y="2040255"/>
            <a:ext cx="15814040" cy="61537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Lý do chọn đề tài: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Xu h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ư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ớng công nghệ gợi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ý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cá nhân hóa là giải pháp cốt l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õ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đ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ể tối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ư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 hóa trải nghiệm ng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ư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ời dùng trong kỷ nguyên số.</a:t>
            </a: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Thuật toán kết hợp giúp khắc phục nh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ư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ợc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đ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iểm truyền thống, tích hợp thông minh dữ liệu vị trí và hành vi.</a:t>
            </a: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Giúp du khách dễ dàng tiếp cận ẩm thực tỉnh V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ĩ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nh Long. </a:t>
            </a: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Mục tiêu: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Xây dựng hệ thống phát triển tìm kiếm và gợi ý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đ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ịa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đ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iểm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ă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 uống tại V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ĩ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nh Long.</a:t>
            </a: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Ứng dụng thuật toán gợi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ý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kết hợp dựa trên sở thích cá nhân và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đ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ánh giá từ cộng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đ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ồng.</a:t>
            </a: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Đ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ơn giản hóa việc tìm kiếm, nâng cao trải nghiệm ẩm thực cho ng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ư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ời dân và khách du lịch.</a:t>
            </a: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1"/>
          <p:cNvGrpSpPr/>
          <p:nvPr/>
        </p:nvGrpSpPr>
        <p:grpSpPr>
          <a:xfrm rot="0">
            <a:off x="14264640" y="7319010"/>
            <a:ext cx="218122" cy="218122"/>
            <a:chOff x="0" y="0"/>
            <a:chExt cx="290830" cy="290830"/>
          </a:xfrm>
        </p:grpSpPr>
        <p:sp>
          <p:nvSpPr>
            <p:cNvPr id="22" name="Freeform 22"/>
            <p:cNvSpPr/>
            <p:nvPr/>
          </p:nvSpPr>
          <p:spPr>
            <a:xfrm>
              <a:off x="50557" y="49479"/>
              <a:ext cx="186933" cy="190551"/>
            </a:xfrm>
            <a:custGeom>
              <a:avLst/>
              <a:gdLst/>
              <a:ahLst/>
              <a:cxnLst/>
              <a:rect l="l" t="t" r="r" b="b"/>
              <a:pathLst>
                <a:path w="186933" h="190551">
                  <a:moveTo>
                    <a:pt x="186933" y="66091"/>
                  </a:moveTo>
                  <a:cubicBezTo>
                    <a:pt x="186933" y="127051"/>
                    <a:pt x="179313" y="142291"/>
                    <a:pt x="170423" y="153721"/>
                  </a:cubicBezTo>
                  <a:cubicBezTo>
                    <a:pt x="161533" y="165151"/>
                    <a:pt x="147563" y="175311"/>
                    <a:pt x="134863" y="181661"/>
                  </a:cubicBezTo>
                  <a:cubicBezTo>
                    <a:pt x="120893" y="188011"/>
                    <a:pt x="104383" y="190551"/>
                    <a:pt x="89143" y="190551"/>
                  </a:cubicBezTo>
                  <a:cubicBezTo>
                    <a:pt x="75173" y="189281"/>
                    <a:pt x="58663" y="184201"/>
                    <a:pt x="45963" y="176581"/>
                  </a:cubicBezTo>
                  <a:cubicBezTo>
                    <a:pt x="33263" y="168961"/>
                    <a:pt x="21833" y="156261"/>
                    <a:pt x="14213" y="144831"/>
                  </a:cubicBezTo>
                  <a:cubicBezTo>
                    <a:pt x="6593" y="132131"/>
                    <a:pt x="1513" y="115621"/>
                    <a:pt x="243" y="100381"/>
                  </a:cubicBezTo>
                  <a:cubicBezTo>
                    <a:pt x="-1027" y="86411"/>
                    <a:pt x="2783" y="69901"/>
                    <a:pt x="9133" y="55931"/>
                  </a:cubicBezTo>
                  <a:cubicBezTo>
                    <a:pt x="14213" y="41961"/>
                    <a:pt x="25643" y="29261"/>
                    <a:pt x="37073" y="20371"/>
                  </a:cubicBezTo>
                  <a:cubicBezTo>
                    <a:pt x="48503" y="11481"/>
                    <a:pt x="63743" y="3861"/>
                    <a:pt x="77713" y="1321"/>
                  </a:cubicBezTo>
                  <a:cubicBezTo>
                    <a:pt x="92953" y="-1219"/>
                    <a:pt x="109463" y="51"/>
                    <a:pt x="123433" y="3861"/>
                  </a:cubicBezTo>
                  <a:cubicBezTo>
                    <a:pt x="137403" y="8941"/>
                    <a:pt x="162803" y="27991"/>
                    <a:pt x="162803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-1371600" y="7200900"/>
            <a:ext cx="4874895" cy="4474210"/>
          </a:xfrm>
          <a:custGeom>
            <a:avLst/>
            <a:gdLst/>
            <a:ahLst/>
            <a:cxnLst/>
            <a:rect l="l" t="t" r="r" b="b"/>
            <a:pathLst>
              <a:path w="6739592" h="6290286">
                <a:moveTo>
                  <a:pt x="0" y="0"/>
                </a:moveTo>
                <a:lnTo>
                  <a:pt x="6739592" y="0"/>
                </a:lnTo>
                <a:lnTo>
                  <a:pt x="6739592" y="6290286"/>
                </a:lnTo>
                <a:lnTo>
                  <a:pt x="0" y="62902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267440" y="1181415"/>
            <a:ext cx="10786505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2. Nghiên cứu lý thuyết</a:t>
            </a:r>
            <a:endParaRPr lang="en-US" sz="6000">
              <a:solidFill>
                <a:srgbClr val="1C9E5C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4" name="TextBox 17"/>
          <p:cNvSpPr txBox="1"/>
          <p:nvPr/>
        </p:nvSpPr>
        <p:spPr>
          <a:xfrm>
            <a:off x="3211830" y="2750820"/>
            <a:ext cx="13343890" cy="59245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ts val="4655"/>
              </a:lnSpc>
            </a:pPr>
            <a:r>
              <a:rPr lang="en-US" altLang="en-US" sz="3325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Kiến trúc hệ thống:</a:t>
            </a:r>
            <a:endParaRPr lang="en-US" altLang="en-US" sz="3325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algn="just">
              <a:lnSpc>
                <a:spcPts val="4655"/>
              </a:lnSpc>
            </a:pPr>
            <a:endParaRPr lang="en-US" altLang="en-US" sz="3325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Tổng quan về hệ thống gợi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ý</a:t>
            </a:r>
            <a:r>
              <a:rPr 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: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gợi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ý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dựa vào nội dung, lọc cộng tác, lọc kết hợp và gợi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ý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dựa theo phiên.</a:t>
            </a: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Bản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đ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ồ số và hệ thống thông tin 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đ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ịa l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ý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(GIS)</a:t>
            </a: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ý</a:t>
            </a:r>
            <a:r>
              <a:rPr lang="en-US" altLang="en-US" sz="3325">
                <a:solidFill>
                  <a:srgbClr val="3A3C11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thuyết tổng quát về PHP và XAMPP.</a:t>
            </a:r>
            <a:endParaRPr lang="en-US" altLang="en-US" sz="3325">
              <a:solidFill>
                <a:srgbClr val="3A3C11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7330" y="-5374640"/>
            <a:ext cx="9641205" cy="7872730"/>
          </a:xfrm>
          <a:custGeom>
            <a:avLst/>
            <a:gdLst/>
            <a:ahLst/>
            <a:cxnLst/>
            <a:rect l="l" t="t" r="r" b="b"/>
            <a:pathLst>
              <a:path w="9641227" h="9930103">
                <a:moveTo>
                  <a:pt x="0" y="0"/>
                </a:moveTo>
                <a:lnTo>
                  <a:pt x="9641227" y="0"/>
                </a:lnTo>
                <a:lnTo>
                  <a:pt x="9641227" y="9930103"/>
                </a:lnTo>
                <a:lnTo>
                  <a:pt x="0" y="99301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54489" y="1028898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8566785" y="5318760"/>
            <a:ext cx="218122" cy="218122"/>
            <a:chOff x="0" y="0"/>
            <a:chExt cx="290830" cy="290830"/>
          </a:xfrm>
        </p:grpSpPr>
        <p:sp>
          <p:nvSpPr>
            <p:cNvPr id="5" name="Freeform 5"/>
            <p:cNvSpPr/>
            <p:nvPr/>
          </p:nvSpPr>
          <p:spPr>
            <a:xfrm>
              <a:off x="50483" y="49479"/>
              <a:ext cx="185737" cy="190795"/>
            </a:xfrm>
            <a:custGeom>
              <a:avLst/>
              <a:gdLst/>
              <a:ahLst/>
              <a:cxnLst/>
              <a:rect l="l" t="t" r="r" b="b"/>
              <a:pathLst>
                <a:path w="185737" h="190795">
                  <a:moveTo>
                    <a:pt x="185737" y="67361"/>
                  </a:moveTo>
                  <a:cubicBezTo>
                    <a:pt x="185737" y="127051"/>
                    <a:pt x="179387" y="142291"/>
                    <a:pt x="170497" y="153721"/>
                  </a:cubicBezTo>
                  <a:cubicBezTo>
                    <a:pt x="160337" y="165151"/>
                    <a:pt x="147637" y="176581"/>
                    <a:pt x="133667" y="181661"/>
                  </a:cubicBezTo>
                  <a:cubicBezTo>
                    <a:pt x="120967" y="188011"/>
                    <a:pt x="104457" y="191821"/>
                    <a:pt x="89217" y="190551"/>
                  </a:cubicBezTo>
                  <a:cubicBezTo>
                    <a:pt x="73977" y="189281"/>
                    <a:pt x="58737" y="184201"/>
                    <a:pt x="46037" y="176581"/>
                  </a:cubicBezTo>
                  <a:cubicBezTo>
                    <a:pt x="33337" y="168961"/>
                    <a:pt x="20637" y="157531"/>
                    <a:pt x="13017" y="144831"/>
                  </a:cubicBezTo>
                  <a:cubicBezTo>
                    <a:pt x="5397" y="132131"/>
                    <a:pt x="317" y="115621"/>
                    <a:pt x="317" y="101651"/>
                  </a:cubicBezTo>
                  <a:cubicBezTo>
                    <a:pt x="-953" y="86411"/>
                    <a:pt x="1587" y="69901"/>
                    <a:pt x="7937" y="55931"/>
                  </a:cubicBezTo>
                  <a:cubicBezTo>
                    <a:pt x="14287" y="43231"/>
                    <a:pt x="24447" y="29261"/>
                    <a:pt x="35877" y="20371"/>
                  </a:cubicBezTo>
                  <a:cubicBezTo>
                    <a:pt x="47307" y="11481"/>
                    <a:pt x="63817" y="3861"/>
                    <a:pt x="77787" y="1321"/>
                  </a:cubicBezTo>
                  <a:cubicBezTo>
                    <a:pt x="91757" y="-1219"/>
                    <a:pt x="109537" y="51"/>
                    <a:pt x="123507" y="3861"/>
                  </a:cubicBezTo>
                  <a:cubicBezTo>
                    <a:pt x="137477" y="8941"/>
                    <a:pt x="162877" y="27991"/>
                    <a:pt x="162877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2216467" y="9940290"/>
            <a:ext cx="218122" cy="218122"/>
            <a:chOff x="0" y="0"/>
            <a:chExt cx="290830" cy="290830"/>
          </a:xfrm>
        </p:grpSpPr>
        <p:sp>
          <p:nvSpPr>
            <p:cNvPr id="7" name="Freeform 7"/>
            <p:cNvSpPr/>
            <p:nvPr/>
          </p:nvSpPr>
          <p:spPr>
            <a:xfrm>
              <a:off x="50554" y="49479"/>
              <a:ext cx="185666" cy="190551"/>
            </a:xfrm>
            <a:custGeom>
              <a:avLst/>
              <a:gdLst/>
              <a:ahLst/>
              <a:cxnLst/>
              <a:rect l="l" t="t" r="r" b="b"/>
              <a:pathLst>
                <a:path w="185666" h="190551">
                  <a:moveTo>
                    <a:pt x="185666" y="66091"/>
                  </a:moveTo>
                  <a:cubicBezTo>
                    <a:pt x="185666" y="127051"/>
                    <a:pt x="179316" y="142291"/>
                    <a:pt x="170426" y="153721"/>
                  </a:cubicBezTo>
                  <a:cubicBezTo>
                    <a:pt x="161536" y="165151"/>
                    <a:pt x="147566" y="175311"/>
                    <a:pt x="134866" y="181661"/>
                  </a:cubicBezTo>
                  <a:cubicBezTo>
                    <a:pt x="120896" y="188011"/>
                    <a:pt x="104386" y="190551"/>
                    <a:pt x="89146" y="190551"/>
                  </a:cubicBezTo>
                  <a:cubicBezTo>
                    <a:pt x="75176" y="189281"/>
                    <a:pt x="58666" y="184201"/>
                    <a:pt x="45966" y="176581"/>
                  </a:cubicBezTo>
                  <a:cubicBezTo>
                    <a:pt x="33266" y="168961"/>
                    <a:pt x="21836" y="157531"/>
                    <a:pt x="14216" y="144831"/>
                  </a:cubicBezTo>
                  <a:cubicBezTo>
                    <a:pt x="6596" y="132131"/>
                    <a:pt x="1516" y="115621"/>
                    <a:pt x="246" y="100381"/>
                  </a:cubicBezTo>
                  <a:cubicBezTo>
                    <a:pt x="-1024" y="86411"/>
                    <a:pt x="2786" y="69901"/>
                    <a:pt x="7866" y="55931"/>
                  </a:cubicBezTo>
                  <a:cubicBezTo>
                    <a:pt x="14216" y="41961"/>
                    <a:pt x="24376" y="29261"/>
                    <a:pt x="37076" y="20371"/>
                  </a:cubicBezTo>
                  <a:cubicBezTo>
                    <a:pt x="48506" y="11481"/>
                    <a:pt x="63746" y="3861"/>
                    <a:pt x="77716" y="1321"/>
                  </a:cubicBezTo>
                  <a:cubicBezTo>
                    <a:pt x="92956" y="-1219"/>
                    <a:pt x="109466" y="51"/>
                    <a:pt x="123436" y="3861"/>
                  </a:cubicBezTo>
                  <a:cubicBezTo>
                    <a:pt x="137406" y="8941"/>
                    <a:pt x="162806" y="27991"/>
                    <a:pt x="162806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 rot="0">
            <a:off x="17103090" y="527685"/>
            <a:ext cx="1020127" cy="361950"/>
            <a:chOff x="0" y="0"/>
            <a:chExt cx="1360170" cy="482600"/>
          </a:xfrm>
        </p:grpSpPr>
        <p:sp>
          <p:nvSpPr>
            <p:cNvPr id="23" name="Freeform 23"/>
            <p:cNvSpPr/>
            <p:nvPr/>
          </p:nvSpPr>
          <p:spPr>
            <a:xfrm>
              <a:off x="49415" y="42233"/>
              <a:ext cx="1260951" cy="390272"/>
            </a:xfrm>
            <a:custGeom>
              <a:avLst/>
              <a:gdLst/>
              <a:ahLst/>
              <a:cxnLst/>
              <a:rect l="l" t="t" r="r" b="b"/>
              <a:pathLst>
                <a:path w="1260951" h="390272">
                  <a:moveTo>
                    <a:pt x="1164705" y="201607"/>
                  </a:moveTo>
                  <a:cubicBezTo>
                    <a:pt x="612255" y="214307"/>
                    <a:pt x="461125" y="248597"/>
                    <a:pt x="381115" y="277807"/>
                  </a:cubicBezTo>
                  <a:cubicBezTo>
                    <a:pt x="339205" y="291777"/>
                    <a:pt x="321425" y="313367"/>
                    <a:pt x="287135" y="324797"/>
                  </a:cubicBezTo>
                  <a:cubicBezTo>
                    <a:pt x="249035" y="337497"/>
                    <a:pt x="163945" y="343847"/>
                    <a:pt x="163945" y="350197"/>
                  </a:cubicBezTo>
                  <a:cubicBezTo>
                    <a:pt x="162675" y="352737"/>
                    <a:pt x="180455" y="352737"/>
                    <a:pt x="180455" y="356547"/>
                  </a:cubicBezTo>
                  <a:cubicBezTo>
                    <a:pt x="181725" y="360357"/>
                    <a:pt x="166485" y="371787"/>
                    <a:pt x="155055" y="376867"/>
                  </a:cubicBezTo>
                  <a:cubicBezTo>
                    <a:pt x="138545" y="384487"/>
                    <a:pt x="110605" y="392107"/>
                    <a:pt x="89015" y="388297"/>
                  </a:cubicBezTo>
                  <a:cubicBezTo>
                    <a:pt x="68695" y="385757"/>
                    <a:pt x="44565" y="373057"/>
                    <a:pt x="30595" y="359087"/>
                  </a:cubicBezTo>
                  <a:cubicBezTo>
                    <a:pt x="15355" y="343847"/>
                    <a:pt x="5195" y="315907"/>
                    <a:pt x="1385" y="299397"/>
                  </a:cubicBezTo>
                  <a:cubicBezTo>
                    <a:pt x="-1155" y="286697"/>
                    <a:pt x="115" y="277807"/>
                    <a:pt x="2655" y="265107"/>
                  </a:cubicBezTo>
                  <a:cubicBezTo>
                    <a:pt x="7735" y="248597"/>
                    <a:pt x="20435" y="221927"/>
                    <a:pt x="36945" y="207957"/>
                  </a:cubicBezTo>
                  <a:cubicBezTo>
                    <a:pt x="52185" y="193987"/>
                    <a:pt x="80125" y="185097"/>
                    <a:pt x="97905" y="182557"/>
                  </a:cubicBezTo>
                  <a:cubicBezTo>
                    <a:pt x="110605" y="181287"/>
                    <a:pt x="119495" y="181287"/>
                    <a:pt x="130925" y="186367"/>
                  </a:cubicBezTo>
                  <a:cubicBezTo>
                    <a:pt x="147435" y="191447"/>
                    <a:pt x="172835" y="205417"/>
                    <a:pt x="186805" y="221927"/>
                  </a:cubicBezTo>
                  <a:cubicBezTo>
                    <a:pt x="199505" y="238437"/>
                    <a:pt x="208395" y="263837"/>
                    <a:pt x="208395" y="285427"/>
                  </a:cubicBezTo>
                  <a:cubicBezTo>
                    <a:pt x="208395" y="305747"/>
                    <a:pt x="200775" y="331147"/>
                    <a:pt x="188075" y="347657"/>
                  </a:cubicBezTo>
                  <a:cubicBezTo>
                    <a:pt x="175375" y="364167"/>
                    <a:pt x="149975" y="379407"/>
                    <a:pt x="133465" y="385757"/>
                  </a:cubicBezTo>
                  <a:cubicBezTo>
                    <a:pt x="122035" y="390837"/>
                    <a:pt x="113145" y="390837"/>
                    <a:pt x="100445" y="389567"/>
                  </a:cubicBezTo>
                  <a:cubicBezTo>
                    <a:pt x="82665" y="387027"/>
                    <a:pt x="54725" y="379407"/>
                    <a:pt x="38215" y="366707"/>
                  </a:cubicBezTo>
                  <a:cubicBezTo>
                    <a:pt x="22975" y="352737"/>
                    <a:pt x="9005" y="327337"/>
                    <a:pt x="3925" y="309557"/>
                  </a:cubicBezTo>
                  <a:cubicBezTo>
                    <a:pt x="115" y="298127"/>
                    <a:pt x="-1155" y="289237"/>
                    <a:pt x="1385" y="276537"/>
                  </a:cubicBezTo>
                  <a:cubicBezTo>
                    <a:pt x="5195" y="258757"/>
                    <a:pt x="11545" y="234627"/>
                    <a:pt x="28055" y="215577"/>
                  </a:cubicBezTo>
                  <a:cubicBezTo>
                    <a:pt x="52185" y="190177"/>
                    <a:pt x="94095" y="171127"/>
                    <a:pt x="142355" y="149537"/>
                  </a:cubicBezTo>
                  <a:cubicBezTo>
                    <a:pt x="216015" y="116517"/>
                    <a:pt x="332855" y="79687"/>
                    <a:pt x="431915" y="56827"/>
                  </a:cubicBezTo>
                  <a:cubicBezTo>
                    <a:pt x="530975" y="32697"/>
                    <a:pt x="626225" y="17457"/>
                    <a:pt x="736715" y="9837"/>
                  </a:cubicBezTo>
                  <a:cubicBezTo>
                    <a:pt x="867525" y="-323"/>
                    <a:pt x="1085965" y="-5403"/>
                    <a:pt x="1164705" y="8567"/>
                  </a:cubicBezTo>
                  <a:cubicBezTo>
                    <a:pt x="1195185" y="14917"/>
                    <a:pt x="1211695" y="18727"/>
                    <a:pt x="1228205" y="32697"/>
                  </a:cubicBezTo>
                  <a:cubicBezTo>
                    <a:pt x="1244715" y="46667"/>
                    <a:pt x="1256145" y="74607"/>
                    <a:pt x="1259955" y="93657"/>
                  </a:cubicBezTo>
                  <a:cubicBezTo>
                    <a:pt x="1262495" y="110167"/>
                    <a:pt x="1259955" y="125407"/>
                    <a:pt x="1254875" y="139377"/>
                  </a:cubicBezTo>
                  <a:cubicBezTo>
                    <a:pt x="1249795" y="153347"/>
                    <a:pt x="1240905" y="167317"/>
                    <a:pt x="1228205" y="177477"/>
                  </a:cubicBezTo>
                  <a:cubicBezTo>
                    <a:pt x="1212965" y="190177"/>
                    <a:pt x="1164705" y="201607"/>
                    <a:pt x="1164705" y="201607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16857345" y="840105"/>
            <a:ext cx="218122" cy="218122"/>
            <a:chOff x="0" y="0"/>
            <a:chExt cx="290830" cy="290830"/>
          </a:xfrm>
        </p:grpSpPr>
        <p:sp>
          <p:nvSpPr>
            <p:cNvPr id="25" name="Freeform 25"/>
            <p:cNvSpPr/>
            <p:nvPr/>
          </p:nvSpPr>
          <p:spPr>
            <a:xfrm>
              <a:off x="50554" y="49479"/>
              <a:ext cx="185666" cy="190551"/>
            </a:xfrm>
            <a:custGeom>
              <a:avLst/>
              <a:gdLst/>
              <a:ahLst/>
              <a:cxnLst/>
              <a:rect l="l" t="t" r="r" b="b"/>
              <a:pathLst>
                <a:path w="185666" h="190551">
                  <a:moveTo>
                    <a:pt x="185666" y="66091"/>
                  </a:moveTo>
                  <a:cubicBezTo>
                    <a:pt x="185666" y="127051"/>
                    <a:pt x="179316" y="142291"/>
                    <a:pt x="170426" y="153721"/>
                  </a:cubicBezTo>
                  <a:cubicBezTo>
                    <a:pt x="161536" y="165151"/>
                    <a:pt x="147566" y="175311"/>
                    <a:pt x="134866" y="181661"/>
                  </a:cubicBezTo>
                  <a:cubicBezTo>
                    <a:pt x="120896" y="188011"/>
                    <a:pt x="104386" y="190551"/>
                    <a:pt x="89146" y="190551"/>
                  </a:cubicBezTo>
                  <a:cubicBezTo>
                    <a:pt x="75176" y="189281"/>
                    <a:pt x="58666" y="184201"/>
                    <a:pt x="45966" y="176581"/>
                  </a:cubicBezTo>
                  <a:cubicBezTo>
                    <a:pt x="33266" y="168961"/>
                    <a:pt x="21836" y="157531"/>
                    <a:pt x="14216" y="144831"/>
                  </a:cubicBezTo>
                  <a:cubicBezTo>
                    <a:pt x="6596" y="132131"/>
                    <a:pt x="1516" y="115621"/>
                    <a:pt x="246" y="100381"/>
                  </a:cubicBezTo>
                  <a:cubicBezTo>
                    <a:pt x="-1024" y="86411"/>
                    <a:pt x="2786" y="69901"/>
                    <a:pt x="7866" y="55931"/>
                  </a:cubicBezTo>
                  <a:cubicBezTo>
                    <a:pt x="14216" y="41961"/>
                    <a:pt x="24376" y="29261"/>
                    <a:pt x="37076" y="20371"/>
                  </a:cubicBezTo>
                  <a:cubicBezTo>
                    <a:pt x="48506" y="11481"/>
                    <a:pt x="63746" y="3861"/>
                    <a:pt x="77716" y="1321"/>
                  </a:cubicBezTo>
                  <a:cubicBezTo>
                    <a:pt x="92956" y="-1219"/>
                    <a:pt x="109466" y="51"/>
                    <a:pt x="123436" y="3861"/>
                  </a:cubicBezTo>
                  <a:cubicBezTo>
                    <a:pt x="137406" y="8941"/>
                    <a:pt x="162806" y="27991"/>
                    <a:pt x="162806" y="27991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sp>
        <p:nvSpPr>
          <p:cNvPr id="28" name="TextBox 26"/>
          <p:cNvSpPr txBox="1"/>
          <p:nvPr/>
        </p:nvSpPr>
        <p:spPr>
          <a:xfrm>
            <a:off x="3962640" y="1486215"/>
            <a:ext cx="10786505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3. Hiện thực hóa nghiên cứu</a:t>
            </a:r>
            <a:endParaRPr lang="en-US" sz="6000">
              <a:solidFill>
                <a:srgbClr val="1C9E5C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3352800" y="2614295"/>
            <a:ext cx="2935605" cy="68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325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Người dùng</a:t>
            </a:r>
            <a:endParaRPr lang="en-US" altLang="en-US" sz="3325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10896600" y="2614295"/>
            <a:ext cx="4466590" cy="68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325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Chủ điểm kinh doanh</a:t>
            </a:r>
            <a:endParaRPr lang="en-US" altLang="en-US" sz="3325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152400" y="2019300"/>
            <a:ext cx="9144000" cy="68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Sơ đồ Use case mô tả chi tiết các Actor: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pic>
        <p:nvPicPr>
          <p:cNvPr id="3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3543300"/>
            <a:ext cx="7303135" cy="6332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200" y="3457575"/>
            <a:ext cx="8164195" cy="6641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7330" y="-5374640"/>
            <a:ext cx="9641205" cy="7872730"/>
          </a:xfrm>
          <a:custGeom>
            <a:avLst/>
            <a:gdLst/>
            <a:ahLst/>
            <a:cxnLst/>
            <a:rect l="l" t="t" r="r" b="b"/>
            <a:pathLst>
              <a:path w="9641227" h="9930103">
                <a:moveTo>
                  <a:pt x="0" y="0"/>
                </a:moveTo>
                <a:lnTo>
                  <a:pt x="9641227" y="0"/>
                </a:lnTo>
                <a:lnTo>
                  <a:pt x="9641227" y="9930103"/>
                </a:lnTo>
                <a:lnTo>
                  <a:pt x="0" y="99301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54489" y="1028898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8566785" y="5318760"/>
            <a:ext cx="218122" cy="218122"/>
            <a:chOff x="0" y="0"/>
            <a:chExt cx="290830" cy="290830"/>
          </a:xfrm>
        </p:grpSpPr>
        <p:sp>
          <p:nvSpPr>
            <p:cNvPr id="5" name="Freeform 5"/>
            <p:cNvSpPr/>
            <p:nvPr/>
          </p:nvSpPr>
          <p:spPr>
            <a:xfrm>
              <a:off x="50483" y="49479"/>
              <a:ext cx="185737" cy="190795"/>
            </a:xfrm>
            <a:custGeom>
              <a:avLst/>
              <a:gdLst/>
              <a:ahLst/>
              <a:cxnLst/>
              <a:rect l="l" t="t" r="r" b="b"/>
              <a:pathLst>
                <a:path w="185737" h="190795">
                  <a:moveTo>
                    <a:pt x="185737" y="67361"/>
                  </a:moveTo>
                  <a:cubicBezTo>
                    <a:pt x="185737" y="127051"/>
                    <a:pt x="179387" y="142291"/>
                    <a:pt x="170497" y="153721"/>
                  </a:cubicBezTo>
                  <a:cubicBezTo>
                    <a:pt x="160337" y="165151"/>
                    <a:pt x="147637" y="176581"/>
                    <a:pt x="133667" y="181661"/>
                  </a:cubicBezTo>
                  <a:cubicBezTo>
                    <a:pt x="120967" y="188011"/>
                    <a:pt x="104457" y="191821"/>
                    <a:pt x="89217" y="190551"/>
                  </a:cubicBezTo>
                  <a:cubicBezTo>
                    <a:pt x="73977" y="189281"/>
                    <a:pt x="58737" y="184201"/>
                    <a:pt x="46037" y="176581"/>
                  </a:cubicBezTo>
                  <a:cubicBezTo>
                    <a:pt x="33337" y="168961"/>
                    <a:pt x="20637" y="157531"/>
                    <a:pt x="13017" y="144831"/>
                  </a:cubicBezTo>
                  <a:cubicBezTo>
                    <a:pt x="5397" y="132131"/>
                    <a:pt x="317" y="115621"/>
                    <a:pt x="317" y="101651"/>
                  </a:cubicBezTo>
                  <a:cubicBezTo>
                    <a:pt x="-953" y="86411"/>
                    <a:pt x="1587" y="69901"/>
                    <a:pt x="7937" y="55931"/>
                  </a:cubicBezTo>
                  <a:cubicBezTo>
                    <a:pt x="14287" y="43231"/>
                    <a:pt x="24447" y="29261"/>
                    <a:pt x="35877" y="20371"/>
                  </a:cubicBezTo>
                  <a:cubicBezTo>
                    <a:pt x="47307" y="11481"/>
                    <a:pt x="63817" y="3861"/>
                    <a:pt x="77787" y="1321"/>
                  </a:cubicBezTo>
                  <a:cubicBezTo>
                    <a:pt x="91757" y="-1219"/>
                    <a:pt x="109537" y="51"/>
                    <a:pt x="123507" y="3861"/>
                  </a:cubicBezTo>
                  <a:cubicBezTo>
                    <a:pt x="137477" y="8941"/>
                    <a:pt x="162877" y="27991"/>
                    <a:pt x="162877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2216467" y="9940290"/>
            <a:ext cx="218122" cy="218122"/>
            <a:chOff x="0" y="0"/>
            <a:chExt cx="290830" cy="290830"/>
          </a:xfrm>
        </p:grpSpPr>
        <p:sp>
          <p:nvSpPr>
            <p:cNvPr id="7" name="Freeform 7"/>
            <p:cNvSpPr/>
            <p:nvPr/>
          </p:nvSpPr>
          <p:spPr>
            <a:xfrm>
              <a:off x="50554" y="49479"/>
              <a:ext cx="185666" cy="190551"/>
            </a:xfrm>
            <a:custGeom>
              <a:avLst/>
              <a:gdLst/>
              <a:ahLst/>
              <a:cxnLst/>
              <a:rect l="l" t="t" r="r" b="b"/>
              <a:pathLst>
                <a:path w="185666" h="190551">
                  <a:moveTo>
                    <a:pt x="185666" y="66091"/>
                  </a:moveTo>
                  <a:cubicBezTo>
                    <a:pt x="185666" y="127051"/>
                    <a:pt x="179316" y="142291"/>
                    <a:pt x="170426" y="153721"/>
                  </a:cubicBezTo>
                  <a:cubicBezTo>
                    <a:pt x="161536" y="165151"/>
                    <a:pt x="147566" y="175311"/>
                    <a:pt x="134866" y="181661"/>
                  </a:cubicBezTo>
                  <a:cubicBezTo>
                    <a:pt x="120896" y="188011"/>
                    <a:pt x="104386" y="190551"/>
                    <a:pt x="89146" y="190551"/>
                  </a:cubicBezTo>
                  <a:cubicBezTo>
                    <a:pt x="75176" y="189281"/>
                    <a:pt x="58666" y="184201"/>
                    <a:pt x="45966" y="176581"/>
                  </a:cubicBezTo>
                  <a:cubicBezTo>
                    <a:pt x="33266" y="168961"/>
                    <a:pt x="21836" y="157531"/>
                    <a:pt x="14216" y="144831"/>
                  </a:cubicBezTo>
                  <a:cubicBezTo>
                    <a:pt x="6596" y="132131"/>
                    <a:pt x="1516" y="115621"/>
                    <a:pt x="246" y="100381"/>
                  </a:cubicBezTo>
                  <a:cubicBezTo>
                    <a:pt x="-1024" y="86411"/>
                    <a:pt x="2786" y="69901"/>
                    <a:pt x="7866" y="55931"/>
                  </a:cubicBezTo>
                  <a:cubicBezTo>
                    <a:pt x="14216" y="41961"/>
                    <a:pt x="24376" y="29261"/>
                    <a:pt x="37076" y="20371"/>
                  </a:cubicBezTo>
                  <a:cubicBezTo>
                    <a:pt x="48506" y="11481"/>
                    <a:pt x="63746" y="3861"/>
                    <a:pt x="77716" y="1321"/>
                  </a:cubicBezTo>
                  <a:cubicBezTo>
                    <a:pt x="92956" y="-1219"/>
                    <a:pt x="109466" y="51"/>
                    <a:pt x="123436" y="3861"/>
                  </a:cubicBezTo>
                  <a:cubicBezTo>
                    <a:pt x="137406" y="8941"/>
                    <a:pt x="162806" y="27991"/>
                    <a:pt x="162806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 rot="0">
            <a:off x="17103090" y="527685"/>
            <a:ext cx="1020127" cy="361950"/>
            <a:chOff x="0" y="0"/>
            <a:chExt cx="1360170" cy="482600"/>
          </a:xfrm>
        </p:grpSpPr>
        <p:sp>
          <p:nvSpPr>
            <p:cNvPr id="23" name="Freeform 23"/>
            <p:cNvSpPr/>
            <p:nvPr/>
          </p:nvSpPr>
          <p:spPr>
            <a:xfrm>
              <a:off x="49415" y="42233"/>
              <a:ext cx="1260951" cy="390272"/>
            </a:xfrm>
            <a:custGeom>
              <a:avLst/>
              <a:gdLst/>
              <a:ahLst/>
              <a:cxnLst/>
              <a:rect l="l" t="t" r="r" b="b"/>
              <a:pathLst>
                <a:path w="1260951" h="390272">
                  <a:moveTo>
                    <a:pt x="1164705" y="201607"/>
                  </a:moveTo>
                  <a:cubicBezTo>
                    <a:pt x="612255" y="214307"/>
                    <a:pt x="461125" y="248597"/>
                    <a:pt x="381115" y="277807"/>
                  </a:cubicBezTo>
                  <a:cubicBezTo>
                    <a:pt x="339205" y="291777"/>
                    <a:pt x="321425" y="313367"/>
                    <a:pt x="287135" y="324797"/>
                  </a:cubicBezTo>
                  <a:cubicBezTo>
                    <a:pt x="249035" y="337497"/>
                    <a:pt x="163945" y="343847"/>
                    <a:pt x="163945" y="350197"/>
                  </a:cubicBezTo>
                  <a:cubicBezTo>
                    <a:pt x="162675" y="352737"/>
                    <a:pt x="180455" y="352737"/>
                    <a:pt x="180455" y="356547"/>
                  </a:cubicBezTo>
                  <a:cubicBezTo>
                    <a:pt x="181725" y="360357"/>
                    <a:pt x="166485" y="371787"/>
                    <a:pt x="155055" y="376867"/>
                  </a:cubicBezTo>
                  <a:cubicBezTo>
                    <a:pt x="138545" y="384487"/>
                    <a:pt x="110605" y="392107"/>
                    <a:pt x="89015" y="388297"/>
                  </a:cubicBezTo>
                  <a:cubicBezTo>
                    <a:pt x="68695" y="385757"/>
                    <a:pt x="44565" y="373057"/>
                    <a:pt x="30595" y="359087"/>
                  </a:cubicBezTo>
                  <a:cubicBezTo>
                    <a:pt x="15355" y="343847"/>
                    <a:pt x="5195" y="315907"/>
                    <a:pt x="1385" y="299397"/>
                  </a:cubicBezTo>
                  <a:cubicBezTo>
                    <a:pt x="-1155" y="286697"/>
                    <a:pt x="115" y="277807"/>
                    <a:pt x="2655" y="265107"/>
                  </a:cubicBezTo>
                  <a:cubicBezTo>
                    <a:pt x="7735" y="248597"/>
                    <a:pt x="20435" y="221927"/>
                    <a:pt x="36945" y="207957"/>
                  </a:cubicBezTo>
                  <a:cubicBezTo>
                    <a:pt x="52185" y="193987"/>
                    <a:pt x="80125" y="185097"/>
                    <a:pt x="97905" y="182557"/>
                  </a:cubicBezTo>
                  <a:cubicBezTo>
                    <a:pt x="110605" y="181287"/>
                    <a:pt x="119495" y="181287"/>
                    <a:pt x="130925" y="186367"/>
                  </a:cubicBezTo>
                  <a:cubicBezTo>
                    <a:pt x="147435" y="191447"/>
                    <a:pt x="172835" y="205417"/>
                    <a:pt x="186805" y="221927"/>
                  </a:cubicBezTo>
                  <a:cubicBezTo>
                    <a:pt x="199505" y="238437"/>
                    <a:pt x="208395" y="263837"/>
                    <a:pt x="208395" y="285427"/>
                  </a:cubicBezTo>
                  <a:cubicBezTo>
                    <a:pt x="208395" y="305747"/>
                    <a:pt x="200775" y="331147"/>
                    <a:pt x="188075" y="347657"/>
                  </a:cubicBezTo>
                  <a:cubicBezTo>
                    <a:pt x="175375" y="364167"/>
                    <a:pt x="149975" y="379407"/>
                    <a:pt x="133465" y="385757"/>
                  </a:cubicBezTo>
                  <a:cubicBezTo>
                    <a:pt x="122035" y="390837"/>
                    <a:pt x="113145" y="390837"/>
                    <a:pt x="100445" y="389567"/>
                  </a:cubicBezTo>
                  <a:cubicBezTo>
                    <a:pt x="82665" y="387027"/>
                    <a:pt x="54725" y="379407"/>
                    <a:pt x="38215" y="366707"/>
                  </a:cubicBezTo>
                  <a:cubicBezTo>
                    <a:pt x="22975" y="352737"/>
                    <a:pt x="9005" y="327337"/>
                    <a:pt x="3925" y="309557"/>
                  </a:cubicBezTo>
                  <a:cubicBezTo>
                    <a:pt x="115" y="298127"/>
                    <a:pt x="-1155" y="289237"/>
                    <a:pt x="1385" y="276537"/>
                  </a:cubicBezTo>
                  <a:cubicBezTo>
                    <a:pt x="5195" y="258757"/>
                    <a:pt x="11545" y="234627"/>
                    <a:pt x="28055" y="215577"/>
                  </a:cubicBezTo>
                  <a:cubicBezTo>
                    <a:pt x="52185" y="190177"/>
                    <a:pt x="94095" y="171127"/>
                    <a:pt x="142355" y="149537"/>
                  </a:cubicBezTo>
                  <a:cubicBezTo>
                    <a:pt x="216015" y="116517"/>
                    <a:pt x="332855" y="79687"/>
                    <a:pt x="431915" y="56827"/>
                  </a:cubicBezTo>
                  <a:cubicBezTo>
                    <a:pt x="530975" y="32697"/>
                    <a:pt x="626225" y="17457"/>
                    <a:pt x="736715" y="9837"/>
                  </a:cubicBezTo>
                  <a:cubicBezTo>
                    <a:pt x="867525" y="-323"/>
                    <a:pt x="1085965" y="-5403"/>
                    <a:pt x="1164705" y="8567"/>
                  </a:cubicBezTo>
                  <a:cubicBezTo>
                    <a:pt x="1195185" y="14917"/>
                    <a:pt x="1211695" y="18727"/>
                    <a:pt x="1228205" y="32697"/>
                  </a:cubicBezTo>
                  <a:cubicBezTo>
                    <a:pt x="1244715" y="46667"/>
                    <a:pt x="1256145" y="74607"/>
                    <a:pt x="1259955" y="93657"/>
                  </a:cubicBezTo>
                  <a:cubicBezTo>
                    <a:pt x="1262495" y="110167"/>
                    <a:pt x="1259955" y="125407"/>
                    <a:pt x="1254875" y="139377"/>
                  </a:cubicBezTo>
                  <a:cubicBezTo>
                    <a:pt x="1249795" y="153347"/>
                    <a:pt x="1240905" y="167317"/>
                    <a:pt x="1228205" y="177477"/>
                  </a:cubicBezTo>
                  <a:cubicBezTo>
                    <a:pt x="1212965" y="190177"/>
                    <a:pt x="1164705" y="201607"/>
                    <a:pt x="1164705" y="201607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16857345" y="840105"/>
            <a:ext cx="218122" cy="218122"/>
            <a:chOff x="0" y="0"/>
            <a:chExt cx="290830" cy="290830"/>
          </a:xfrm>
        </p:grpSpPr>
        <p:sp>
          <p:nvSpPr>
            <p:cNvPr id="25" name="Freeform 25"/>
            <p:cNvSpPr/>
            <p:nvPr/>
          </p:nvSpPr>
          <p:spPr>
            <a:xfrm>
              <a:off x="50554" y="49479"/>
              <a:ext cx="185666" cy="190551"/>
            </a:xfrm>
            <a:custGeom>
              <a:avLst/>
              <a:gdLst/>
              <a:ahLst/>
              <a:cxnLst/>
              <a:rect l="l" t="t" r="r" b="b"/>
              <a:pathLst>
                <a:path w="185666" h="190551">
                  <a:moveTo>
                    <a:pt x="185666" y="66091"/>
                  </a:moveTo>
                  <a:cubicBezTo>
                    <a:pt x="185666" y="127051"/>
                    <a:pt x="179316" y="142291"/>
                    <a:pt x="170426" y="153721"/>
                  </a:cubicBezTo>
                  <a:cubicBezTo>
                    <a:pt x="161536" y="165151"/>
                    <a:pt x="147566" y="175311"/>
                    <a:pt x="134866" y="181661"/>
                  </a:cubicBezTo>
                  <a:cubicBezTo>
                    <a:pt x="120896" y="188011"/>
                    <a:pt x="104386" y="190551"/>
                    <a:pt x="89146" y="190551"/>
                  </a:cubicBezTo>
                  <a:cubicBezTo>
                    <a:pt x="75176" y="189281"/>
                    <a:pt x="58666" y="184201"/>
                    <a:pt x="45966" y="176581"/>
                  </a:cubicBezTo>
                  <a:cubicBezTo>
                    <a:pt x="33266" y="168961"/>
                    <a:pt x="21836" y="157531"/>
                    <a:pt x="14216" y="144831"/>
                  </a:cubicBezTo>
                  <a:cubicBezTo>
                    <a:pt x="6596" y="132131"/>
                    <a:pt x="1516" y="115621"/>
                    <a:pt x="246" y="100381"/>
                  </a:cubicBezTo>
                  <a:cubicBezTo>
                    <a:pt x="-1024" y="86411"/>
                    <a:pt x="2786" y="69901"/>
                    <a:pt x="7866" y="55931"/>
                  </a:cubicBezTo>
                  <a:cubicBezTo>
                    <a:pt x="14216" y="41961"/>
                    <a:pt x="24376" y="29261"/>
                    <a:pt x="37076" y="20371"/>
                  </a:cubicBezTo>
                  <a:cubicBezTo>
                    <a:pt x="48506" y="11481"/>
                    <a:pt x="63746" y="3861"/>
                    <a:pt x="77716" y="1321"/>
                  </a:cubicBezTo>
                  <a:cubicBezTo>
                    <a:pt x="92956" y="-1219"/>
                    <a:pt x="109466" y="51"/>
                    <a:pt x="123436" y="3861"/>
                  </a:cubicBezTo>
                  <a:cubicBezTo>
                    <a:pt x="137406" y="8941"/>
                    <a:pt x="162806" y="27991"/>
                    <a:pt x="162806" y="27991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sp>
        <p:nvSpPr>
          <p:cNvPr id="28" name="TextBox 26"/>
          <p:cNvSpPr txBox="1"/>
          <p:nvPr/>
        </p:nvSpPr>
        <p:spPr>
          <a:xfrm>
            <a:off x="3962640" y="1486215"/>
            <a:ext cx="10786505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3. Hiện thực hóa nghiên cứu</a:t>
            </a:r>
            <a:endParaRPr lang="en-US" sz="6000">
              <a:solidFill>
                <a:srgbClr val="1C9E5C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7315200" y="1969770"/>
            <a:ext cx="4466590" cy="68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325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Quản trị viên</a:t>
            </a:r>
            <a:endParaRPr lang="en-US" altLang="en-US" sz="3325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152400" y="2019300"/>
            <a:ext cx="9144000" cy="68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Sơ đồ Use case: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2774315"/>
            <a:ext cx="8142605" cy="7120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7330" y="-5374640"/>
            <a:ext cx="9641205" cy="7872730"/>
          </a:xfrm>
          <a:custGeom>
            <a:avLst/>
            <a:gdLst/>
            <a:ahLst/>
            <a:cxnLst/>
            <a:rect l="l" t="t" r="r" b="b"/>
            <a:pathLst>
              <a:path w="9641227" h="9930103">
                <a:moveTo>
                  <a:pt x="0" y="0"/>
                </a:moveTo>
                <a:lnTo>
                  <a:pt x="9641227" y="0"/>
                </a:lnTo>
                <a:lnTo>
                  <a:pt x="9641227" y="9930103"/>
                </a:lnTo>
                <a:lnTo>
                  <a:pt x="0" y="99301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9174" y="1020008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8566785" y="5318760"/>
            <a:ext cx="218122" cy="218122"/>
            <a:chOff x="0" y="0"/>
            <a:chExt cx="290830" cy="290830"/>
          </a:xfrm>
        </p:grpSpPr>
        <p:sp>
          <p:nvSpPr>
            <p:cNvPr id="5" name="Freeform 5"/>
            <p:cNvSpPr/>
            <p:nvPr/>
          </p:nvSpPr>
          <p:spPr>
            <a:xfrm>
              <a:off x="50483" y="49479"/>
              <a:ext cx="185737" cy="190795"/>
            </a:xfrm>
            <a:custGeom>
              <a:avLst/>
              <a:gdLst/>
              <a:ahLst/>
              <a:cxnLst/>
              <a:rect l="l" t="t" r="r" b="b"/>
              <a:pathLst>
                <a:path w="185737" h="190795">
                  <a:moveTo>
                    <a:pt x="185737" y="67361"/>
                  </a:moveTo>
                  <a:cubicBezTo>
                    <a:pt x="185737" y="127051"/>
                    <a:pt x="179387" y="142291"/>
                    <a:pt x="170497" y="153721"/>
                  </a:cubicBezTo>
                  <a:cubicBezTo>
                    <a:pt x="160337" y="165151"/>
                    <a:pt x="147637" y="176581"/>
                    <a:pt x="133667" y="181661"/>
                  </a:cubicBezTo>
                  <a:cubicBezTo>
                    <a:pt x="120967" y="188011"/>
                    <a:pt x="104457" y="191821"/>
                    <a:pt x="89217" y="190551"/>
                  </a:cubicBezTo>
                  <a:cubicBezTo>
                    <a:pt x="73977" y="189281"/>
                    <a:pt x="58737" y="184201"/>
                    <a:pt x="46037" y="176581"/>
                  </a:cubicBezTo>
                  <a:cubicBezTo>
                    <a:pt x="33337" y="168961"/>
                    <a:pt x="20637" y="157531"/>
                    <a:pt x="13017" y="144831"/>
                  </a:cubicBezTo>
                  <a:cubicBezTo>
                    <a:pt x="5397" y="132131"/>
                    <a:pt x="317" y="115621"/>
                    <a:pt x="317" y="101651"/>
                  </a:cubicBezTo>
                  <a:cubicBezTo>
                    <a:pt x="-953" y="86411"/>
                    <a:pt x="1587" y="69901"/>
                    <a:pt x="7937" y="55931"/>
                  </a:cubicBezTo>
                  <a:cubicBezTo>
                    <a:pt x="14287" y="43231"/>
                    <a:pt x="24447" y="29261"/>
                    <a:pt x="35877" y="20371"/>
                  </a:cubicBezTo>
                  <a:cubicBezTo>
                    <a:pt x="47307" y="11481"/>
                    <a:pt x="63817" y="3861"/>
                    <a:pt x="77787" y="1321"/>
                  </a:cubicBezTo>
                  <a:cubicBezTo>
                    <a:pt x="91757" y="-1219"/>
                    <a:pt x="109537" y="51"/>
                    <a:pt x="123507" y="3861"/>
                  </a:cubicBezTo>
                  <a:cubicBezTo>
                    <a:pt x="137477" y="8941"/>
                    <a:pt x="162877" y="27991"/>
                    <a:pt x="162877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2216467" y="9940290"/>
            <a:ext cx="218122" cy="218122"/>
            <a:chOff x="0" y="0"/>
            <a:chExt cx="290830" cy="290830"/>
          </a:xfrm>
        </p:grpSpPr>
        <p:sp>
          <p:nvSpPr>
            <p:cNvPr id="7" name="Freeform 7"/>
            <p:cNvSpPr/>
            <p:nvPr/>
          </p:nvSpPr>
          <p:spPr>
            <a:xfrm>
              <a:off x="50554" y="49479"/>
              <a:ext cx="185666" cy="190551"/>
            </a:xfrm>
            <a:custGeom>
              <a:avLst/>
              <a:gdLst/>
              <a:ahLst/>
              <a:cxnLst/>
              <a:rect l="l" t="t" r="r" b="b"/>
              <a:pathLst>
                <a:path w="185666" h="190551">
                  <a:moveTo>
                    <a:pt x="185666" y="66091"/>
                  </a:moveTo>
                  <a:cubicBezTo>
                    <a:pt x="185666" y="127051"/>
                    <a:pt x="179316" y="142291"/>
                    <a:pt x="170426" y="153721"/>
                  </a:cubicBezTo>
                  <a:cubicBezTo>
                    <a:pt x="161536" y="165151"/>
                    <a:pt x="147566" y="175311"/>
                    <a:pt x="134866" y="181661"/>
                  </a:cubicBezTo>
                  <a:cubicBezTo>
                    <a:pt x="120896" y="188011"/>
                    <a:pt x="104386" y="190551"/>
                    <a:pt x="89146" y="190551"/>
                  </a:cubicBezTo>
                  <a:cubicBezTo>
                    <a:pt x="75176" y="189281"/>
                    <a:pt x="58666" y="184201"/>
                    <a:pt x="45966" y="176581"/>
                  </a:cubicBezTo>
                  <a:cubicBezTo>
                    <a:pt x="33266" y="168961"/>
                    <a:pt x="21836" y="157531"/>
                    <a:pt x="14216" y="144831"/>
                  </a:cubicBezTo>
                  <a:cubicBezTo>
                    <a:pt x="6596" y="132131"/>
                    <a:pt x="1516" y="115621"/>
                    <a:pt x="246" y="100381"/>
                  </a:cubicBezTo>
                  <a:cubicBezTo>
                    <a:pt x="-1024" y="86411"/>
                    <a:pt x="2786" y="69901"/>
                    <a:pt x="7866" y="55931"/>
                  </a:cubicBezTo>
                  <a:cubicBezTo>
                    <a:pt x="14216" y="41961"/>
                    <a:pt x="24376" y="29261"/>
                    <a:pt x="37076" y="20371"/>
                  </a:cubicBezTo>
                  <a:cubicBezTo>
                    <a:pt x="48506" y="11481"/>
                    <a:pt x="63746" y="3861"/>
                    <a:pt x="77716" y="1321"/>
                  </a:cubicBezTo>
                  <a:cubicBezTo>
                    <a:pt x="92956" y="-1219"/>
                    <a:pt x="109466" y="51"/>
                    <a:pt x="123436" y="3861"/>
                  </a:cubicBezTo>
                  <a:cubicBezTo>
                    <a:pt x="137406" y="8941"/>
                    <a:pt x="162806" y="27991"/>
                    <a:pt x="162806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 rot="0">
            <a:off x="17103090" y="527685"/>
            <a:ext cx="1020127" cy="361950"/>
            <a:chOff x="0" y="0"/>
            <a:chExt cx="1360170" cy="482600"/>
          </a:xfrm>
        </p:grpSpPr>
        <p:sp>
          <p:nvSpPr>
            <p:cNvPr id="23" name="Freeform 23"/>
            <p:cNvSpPr/>
            <p:nvPr/>
          </p:nvSpPr>
          <p:spPr>
            <a:xfrm>
              <a:off x="49415" y="42233"/>
              <a:ext cx="1260951" cy="390272"/>
            </a:xfrm>
            <a:custGeom>
              <a:avLst/>
              <a:gdLst/>
              <a:ahLst/>
              <a:cxnLst/>
              <a:rect l="l" t="t" r="r" b="b"/>
              <a:pathLst>
                <a:path w="1260951" h="390272">
                  <a:moveTo>
                    <a:pt x="1164705" y="201607"/>
                  </a:moveTo>
                  <a:cubicBezTo>
                    <a:pt x="612255" y="214307"/>
                    <a:pt x="461125" y="248597"/>
                    <a:pt x="381115" y="277807"/>
                  </a:cubicBezTo>
                  <a:cubicBezTo>
                    <a:pt x="339205" y="291777"/>
                    <a:pt x="321425" y="313367"/>
                    <a:pt x="287135" y="324797"/>
                  </a:cubicBezTo>
                  <a:cubicBezTo>
                    <a:pt x="249035" y="337497"/>
                    <a:pt x="163945" y="343847"/>
                    <a:pt x="163945" y="350197"/>
                  </a:cubicBezTo>
                  <a:cubicBezTo>
                    <a:pt x="162675" y="352737"/>
                    <a:pt x="180455" y="352737"/>
                    <a:pt x="180455" y="356547"/>
                  </a:cubicBezTo>
                  <a:cubicBezTo>
                    <a:pt x="181725" y="360357"/>
                    <a:pt x="166485" y="371787"/>
                    <a:pt x="155055" y="376867"/>
                  </a:cubicBezTo>
                  <a:cubicBezTo>
                    <a:pt x="138545" y="384487"/>
                    <a:pt x="110605" y="392107"/>
                    <a:pt x="89015" y="388297"/>
                  </a:cubicBezTo>
                  <a:cubicBezTo>
                    <a:pt x="68695" y="385757"/>
                    <a:pt x="44565" y="373057"/>
                    <a:pt x="30595" y="359087"/>
                  </a:cubicBezTo>
                  <a:cubicBezTo>
                    <a:pt x="15355" y="343847"/>
                    <a:pt x="5195" y="315907"/>
                    <a:pt x="1385" y="299397"/>
                  </a:cubicBezTo>
                  <a:cubicBezTo>
                    <a:pt x="-1155" y="286697"/>
                    <a:pt x="115" y="277807"/>
                    <a:pt x="2655" y="265107"/>
                  </a:cubicBezTo>
                  <a:cubicBezTo>
                    <a:pt x="7735" y="248597"/>
                    <a:pt x="20435" y="221927"/>
                    <a:pt x="36945" y="207957"/>
                  </a:cubicBezTo>
                  <a:cubicBezTo>
                    <a:pt x="52185" y="193987"/>
                    <a:pt x="80125" y="185097"/>
                    <a:pt x="97905" y="182557"/>
                  </a:cubicBezTo>
                  <a:cubicBezTo>
                    <a:pt x="110605" y="181287"/>
                    <a:pt x="119495" y="181287"/>
                    <a:pt x="130925" y="186367"/>
                  </a:cubicBezTo>
                  <a:cubicBezTo>
                    <a:pt x="147435" y="191447"/>
                    <a:pt x="172835" y="205417"/>
                    <a:pt x="186805" y="221927"/>
                  </a:cubicBezTo>
                  <a:cubicBezTo>
                    <a:pt x="199505" y="238437"/>
                    <a:pt x="208395" y="263837"/>
                    <a:pt x="208395" y="285427"/>
                  </a:cubicBezTo>
                  <a:cubicBezTo>
                    <a:pt x="208395" y="305747"/>
                    <a:pt x="200775" y="331147"/>
                    <a:pt x="188075" y="347657"/>
                  </a:cubicBezTo>
                  <a:cubicBezTo>
                    <a:pt x="175375" y="364167"/>
                    <a:pt x="149975" y="379407"/>
                    <a:pt x="133465" y="385757"/>
                  </a:cubicBezTo>
                  <a:cubicBezTo>
                    <a:pt x="122035" y="390837"/>
                    <a:pt x="113145" y="390837"/>
                    <a:pt x="100445" y="389567"/>
                  </a:cubicBezTo>
                  <a:cubicBezTo>
                    <a:pt x="82665" y="387027"/>
                    <a:pt x="54725" y="379407"/>
                    <a:pt x="38215" y="366707"/>
                  </a:cubicBezTo>
                  <a:cubicBezTo>
                    <a:pt x="22975" y="352737"/>
                    <a:pt x="9005" y="327337"/>
                    <a:pt x="3925" y="309557"/>
                  </a:cubicBezTo>
                  <a:cubicBezTo>
                    <a:pt x="115" y="298127"/>
                    <a:pt x="-1155" y="289237"/>
                    <a:pt x="1385" y="276537"/>
                  </a:cubicBezTo>
                  <a:cubicBezTo>
                    <a:pt x="5195" y="258757"/>
                    <a:pt x="11545" y="234627"/>
                    <a:pt x="28055" y="215577"/>
                  </a:cubicBezTo>
                  <a:cubicBezTo>
                    <a:pt x="52185" y="190177"/>
                    <a:pt x="94095" y="171127"/>
                    <a:pt x="142355" y="149537"/>
                  </a:cubicBezTo>
                  <a:cubicBezTo>
                    <a:pt x="216015" y="116517"/>
                    <a:pt x="332855" y="79687"/>
                    <a:pt x="431915" y="56827"/>
                  </a:cubicBezTo>
                  <a:cubicBezTo>
                    <a:pt x="530975" y="32697"/>
                    <a:pt x="626225" y="17457"/>
                    <a:pt x="736715" y="9837"/>
                  </a:cubicBezTo>
                  <a:cubicBezTo>
                    <a:pt x="867525" y="-323"/>
                    <a:pt x="1085965" y="-5403"/>
                    <a:pt x="1164705" y="8567"/>
                  </a:cubicBezTo>
                  <a:cubicBezTo>
                    <a:pt x="1195185" y="14917"/>
                    <a:pt x="1211695" y="18727"/>
                    <a:pt x="1228205" y="32697"/>
                  </a:cubicBezTo>
                  <a:cubicBezTo>
                    <a:pt x="1244715" y="46667"/>
                    <a:pt x="1256145" y="74607"/>
                    <a:pt x="1259955" y="93657"/>
                  </a:cubicBezTo>
                  <a:cubicBezTo>
                    <a:pt x="1262495" y="110167"/>
                    <a:pt x="1259955" y="125407"/>
                    <a:pt x="1254875" y="139377"/>
                  </a:cubicBezTo>
                  <a:cubicBezTo>
                    <a:pt x="1249795" y="153347"/>
                    <a:pt x="1240905" y="167317"/>
                    <a:pt x="1228205" y="177477"/>
                  </a:cubicBezTo>
                  <a:cubicBezTo>
                    <a:pt x="1212965" y="190177"/>
                    <a:pt x="1164705" y="201607"/>
                    <a:pt x="1164705" y="201607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16857345" y="840105"/>
            <a:ext cx="218122" cy="218122"/>
            <a:chOff x="0" y="0"/>
            <a:chExt cx="290830" cy="290830"/>
          </a:xfrm>
        </p:grpSpPr>
        <p:sp>
          <p:nvSpPr>
            <p:cNvPr id="25" name="Freeform 25"/>
            <p:cNvSpPr/>
            <p:nvPr/>
          </p:nvSpPr>
          <p:spPr>
            <a:xfrm>
              <a:off x="50554" y="49479"/>
              <a:ext cx="185666" cy="190551"/>
            </a:xfrm>
            <a:custGeom>
              <a:avLst/>
              <a:gdLst/>
              <a:ahLst/>
              <a:cxnLst/>
              <a:rect l="l" t="t" r="r" b="b"/>
              <a:pathLst>
                <a:path w="185666" h="190551">
                  <a:moveTo>
                    <a:pt x="185666" y="66091"/>
                  </a:moveTo>
                  <a:cubicBezTo>
                    <a:pt x="185666" y="127051"/>
                    <a:pt x="179316" y="142291"/>
                    <a:pt x="170426" y="153721"/>
                  </a:cubicBezTo>
                  <a:cubicBezTo>
                    <a:pt x="161536" y="165151"/>
                    <a:pt x="147566" y="175311"/>
                    <a:pt x="134866" y="181661"/>
                  </a:cubicBezTo>
                  <a:cubicBezTo>
                    <a:pt x="120896" y="188011"/>
                    <a:pt x="104386" y="190551"/>
                    <a:pt x="89146" y="190551"/>
                  </a:cubicBezTo>
                  <a:cubicBezTo>
                    <a:pt x="75176" y="189281"/>
                    <a:pt x="58666" y="184201"/>
                    <a:pt x="45966" y="176581"/>
                  </a:cubicBezTo>
                  <a:cubicBezTo>
                    <a:pt x="33266" y="168961"/>
                    <a:pt x="21836" y="157531"/>
                    <a:pt x="14216" y="144831"/>
                  </a:cubicBezTo>
                  <a:cubicBezTo>
                    <a:pt x="6596" y="132131"/>
                    <a:pt x="1516" y="115621"/>
                    <a:pt x="246" y="100381"/>
                  </a:cubicBezTo>
                  <a:cubicBezTo>
                    <a:pt x="-1024" y="86411"/>
                    <a:pt x="2786" y="69901"/>
                    <a:pt x="7866" y="55931"/>
                  </a:cubicBezTo>
                  <a:cubicBezTo>
                    <a:pt x="14216" y="41961"/>
                    <a:pt x="24376" y="29261"/>
                    <a:pt x="37076" y="20371"/>
                  </a:cubicBezTo>
                  <a:cubicBezTo>
                    <a:pt x="48506" y="11481"/>
                    <a:pt x="63746" y="3861"/>
                    <a:pt x="77716" y="1321"/>
                  </a:cubicBezTo>
                  <a:cubicBezTo>
                    <a:pt x="92956" y="-1219"/>
                    <a:pt x="109466" y="51"/>
                    <a:pt x="123436" y="3861"/>
                  </a:cubicBezTo>
                  <a:cubicBezTo>
                    <a:pt x="137406" y="8941"/>
                    <a:pt x="162806" y="27991"/>
                    <a:pt x="162806" y="27991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sp>
        <p:nvSpPr>
          <p:cNvPr id="28" name="TextBox 26"/>
          <p:cNvSpPr txBox="1"/>
          <p:nvPr/>
        </p:nvSpPr>
        <p:spPr>
          <a:xfrm>
            <a:off x="3962640" y="1486215"/>
            <a:ext cx="10786505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3. Hiện thực hóa nghiên cứu</a:t>
            </a:r>
            <a:endParaRPr lang="en-US" sz="6000">
              <a:solidFill>
                <a:srgbClr val="1C9E5C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7825" y="1955165"/>
            <a:ext cx="16958310" cy="82969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Yêu cầu chức năng của hệ thống: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Người dùng(khách du lịch): Đăng nhập/Đăng ký, tìm điểm ăn uống, mua sắm và tham quan (theo tên, khu vực, loại hình, giá cả), cập nhật vị trí gợi ý địa điểm ở gần, xem tin tức, khám phá tiện ích, đánh giá, bình luận, phản hồi và quản lý thông tin cá nhân.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Chủ điểm kinh doanh: Đăng nhập, các chức năng của người dùng, đăng bài viết, thêm địa điểm mới và quản lý các 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địa điểm mới đó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Quản trị viên:  Đăng nhập, quản lý tin tức, quản lý các 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điểm ăn uống, mua sắm và tham quan 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(thêm, xóa, sửa), quản lý tiện ích, quản lý 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đánh giá, bình luận, xử lý phản hồi, duyệt bài đăng và địa điểm do Chủ điểm kinh doanh thêm mới.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8" name="Freeform 3"/>
          <p:cNvSpPr/>
          <p:nvPr/>
        </p:nvSpPr>
        <p:spPr>
          <a:xfrm>
            <a:off x="17168495" y="114300"/>
            <a:ext cx="3122295" cy="3451860"/>
          </a:xfrm>
          <a:custGeom>
            <a:avLst/>
            <a:gdLst/>
            <a:ahLst/>
            <a:cxnLst/>
            <a:rect l="l" t="t" r="r" b="b"/>
            <a:pathLst>
              <a:path w="5508007" h="5542648">
                <a:moveTo>
                  <a:pt x="0" y="0"/>
                </a:moveTo>
                <a:lnTo>
                  <a:pt x="5508007" y="0"/>
                </a:lnTo>
                <a:lnTo>
                  <a:pt x="5508007" y="5542648"/>
                </a:lnTo>
                <a:lnTo>
                  <a:pt x="0" y="5542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71800" y="7161530"/>
            <a:ext cx="4940935" cy="6453505"/>
          </a:xfrm>
          <a:custGeom>
            <a:avLst/>
            <a:gdLst/>
            <a:ahLst/>
            <a:cxnLst/>
            <a:rect l="l" t="t" r="r" b="b"/>
            <a:pathLst>
              <a:path w="7707299" h="7938229">
                <a:moveTo>
                  <a:pt x="0" y="0"/>
                </a:moveTo>
                <a:lnTo>
                  <a:pt x="7707298" y="0"/>
                </a:lnTo>
                <a:lnTo>
                  <a:pt x="7707298" y="7938229"/>
                </a:lnTo>
                <a:lnTo>
                  <a:pt x="0" y="793822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715000" y="-38100"/>
            <a:ext cx="6649720" cy="8108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Sơ </a:t>
            </a: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ồ kiến trúc cơ sở dữ liệu: 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pic>
        <p:nvPicPr>
          <p:cNvPr id="11" name="Picture 6" descr="UM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155" y="481330"/>
            <a:ext cx="12076430" cy="9750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7330" y="-5374640"/>
            <a:ext cx="9641205" cy="7872730"/>
          </a:xfrm>
          <a:custGeom>
            <a:avLst/>
            <a:gdLst/>
            <a:ahLst/>
            <a:cxnLst/>
            <a:rect l="l" t="t" r="r" b="b"/>
            <a:pathLst>
              <a:path w="9641227" h="9930103">
                <a:moveTo>
                  <a:pt x="0" y="0"/>
                </a:moveTo>
                <a:lnTo>
                  <a:pt x="9641227" y="0"/>
                </a:lnTo>
                <a:lnTo>
                  <a:pt x="9641227" y="9930103"/>
                </a:lnTo>
                <a:lnTo>
                  <a:pt x="0" y="99301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9174" y="1020008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8566785" y="5318760"/>
            <a:ext cx="218122" cy="218122"/>
            <a:chOff x="0" y="0"/>
            <a:chExt cx="290830" cy="290830"/>
          </a:xfrm>
        </p:grpSpPr>
        <p:sp>
          <p:nvSpPr>
            <p:cNvPr id="5" name="Freeform 5"/>
            <p:cNvSpPr/>
            <p:nvPr/>
          </p:nvSpPr>
          <p:spPr>
            <a:xfrm>
              <a:off x="50483" y="49479"/>
              <a:ext cx="185737" cy="190795"/>
            </a:xfrm>
            <a:custGeom>
              <a:avLst/>
              <a:gdLst/>
              <a:ahLst/>
              <a:cxnLst/>
              <a:rect l="l" t="t" r="r" b="b"/>
              <a:pathLst>
                <a:path w="185737" h="190795">
                  <a:moveTo>
                    <a:pt x="185737" y="67361"/>
                  </a:moveTo>
                  <a:cubicBezTo>
                    <a:pt x="185737" y="127051"/>
                    <a:pt x="179387" y="142291"/>
                    <a:pt x="170497" y="153721"/>
                  </a:cubicBezTo>
                  <a:cubicBezTo>
                    <a:pt x="160337" y="165151"/>
                    <a:pt x="147637" y="176581"/>
                    <a:pt x="133667" y="181661"/>
                  </a:cubicBezTo>
                  <a:cubicBezTo>
                    <a:pt x="120967" y="188011"/>
                    <a:pt x="104457" y="191821"/>
                    <a:pt x="89217" y="190551"/>
                  </a:cubicBezTo>
                  <a:cubicBezTo>
                    <a:pt x="73977" y="189281"/>
                    <a:pt x="58737" y="184201"/>
                    <a:pt x="46037" y="176581"/>
                  </a:cubicBezTo>
                  <a:cubicBezTo>
                    <a:pt x="33337" y="168961"/>
                    <a:pt x="20637" y="157531"/>
                    <a:pt x="13017" y="144831"/>
                  </a:cubicBezTo>
                  <a:cubicBezTo>
                    <a:pt x="5397" y="132131"/>
                    <a:pt x="317" y="115621"/>
                    <a:pt x="317" y="101651"/>
                  </a:cubicBezTo>
                  <a:cubicBezTo>
                    <a:pt x="-953" y="86411"/>
                    <a:pt x="1587" y="69901"/>
                    <a:pt x="7937" y="55931"/>
                  </a:cubicBezTo>
                  <a:cubicBezTo>
                    <a:pt x="14287" y="43231"/>
                    <a:pt x="24447" y="29261"/>
                    <a:pt x="35877" y="20371"/>
                  </a:cubicBezTo>
                  <a:cubicBezTo>
                    <a:pt x="47307" y="11481"/>
                    <a:pt x="63817" y="3861"/>
                    <a:pt x="77787" y="1321"/>
                  </a:cubicBezTo>
                  <a:cubicBezTo>
                    <a:pt x="91757" y="-1219"/>
                    <a:pt x="109537" y="51"/>
                    <a:pt x="123507" y="3861"/>
                  </a:cubicBezTo>
                  <a:cubicBezTo>
                    <a:pt x="137477" y="8941"/>
                    <a:pt x="162877" y="27991"/>
                    <a:pt x="162877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0">
            <a:off x="2216467" y="9940290"/>
            <a:ext cx="218122" cy="218122"/>
            <a:chOff x="0" y="0"/>
            <a:chExt cx="290830" cy="290830"/>
          </a:xfrm>
        </p:grpSpPr>
        <p:sp>
          <p:nvSpPr>
            <p:cNvPr id="7" name="Freeform 7"/>
            <p:cNvSpPr/>
            <p:nvPr/>
          </p:nvSpPr>
          <p:spPr>
            <a:xfrm>
              <a:off x="50554" y="49479"/>
              <a:ext cx="185666" cy="190551"/>
            </a:xfrm>
            <a:custGeom>
              <a:avLst/>
              <a:gdLst/>
              <a:ahLst/>
              <a:cxnLst/>
              <a:rect l="l" t="t" r="r" b="b"/>
              <a:pathLst>
                <a:path w="185666" h="190551">
                  <a:moveTo>
                    <a:pt x="185666" y="66091"/>
                  </a:moveTo>
                  <a:cubicBezTo>
                    <a:pt x="185666" y="127051"/>
                    <a:pt x="179316" y="142291"/>
                    <a:pt x="170426" y="153721"/>
                  </a:cubicBezTo>
                  <a:cubicBezTo>
                    <a:pt x="161536" y="165151"/>
                    <a:pt x="147566" y="175311"/>
                    <a:pt x="134866" y="181661"/>
                  </a:cubicBezTo>
                  <a:cubicBezTo>
                    <a:pt x="120896" y="188011"/>
                    <a:pt x="104386" y="190551"/>
                    <a:pt x="89146" y="190551"/>
                  </a:cubicBezTo>
                  <a:cubicBezTo>
                    <a:pt x="75176" y="189281"/>
                    <a:pt x="58666" y="184201"/>
                    <a:pt x="45966" y="176581"/>
                  </a:cubicBezTo>
                  <a:cubicBezTo>
                    <a:pt x="33266" y="168961"/>
                    <a:pt x="21836" y="157531"/>
                    <a:pt x="14216" y="144831"/>
                  </a:cubicBezTo>
                  <a:cubicBezTo>
                    <a:pt x="6596" y="132131"/>
                    <a:pt x="1516" y="115621"/>
                    <a:pt x="246" y="100381"/>
                  </a:cubicBezTo>
                  <a:cubicBezTo>
                    <a:pt x="-1024" y="86411"/>
                    <a:pt x="2786" y="69901"/>
                    <a:pt x="7866" y="55931"/>
                  </a:cubicBezTo>
                  <a:cubicBezTo>
                    <a:pt x="14216" y="41961"/>
                    <a:pt x="24376" y="29261"/>
                    <a:pt x="37076" y="20371"/>
                  </a:cubicBezTo>
                  <a:cubicBezTo>
                    <a:pt x="48506" y="11481"/>
                    <a:pt x="63746" y="3861"/>
                    <a:pt x="77716" y="1321"/>
                  </a:cubicBezTo>
                  <a:cubicBezTo>
                    <a:pt x="92956" y="-1219"/>
                    <a:pt x="109466" y="51"/>
                    <a:pt x="123436" y="3861"/>
                  </a:cubicBezTo>
                  <a:cubicBezTo>
                    <a:pt x="137406" y="8941"/>
                    <a:pt x="162806" y="27991"/>
                    <a:pt x="162806" y="27991"/>
                  </a:cubicBezTo>
                </a:path>
              </a:pathLst>
            </a:custGeom>
            <a:solidFill>
              <a:srgbClr val="B3F1D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 rot="0">
            <a:off x="17103090" y="527685"/>
            <a:ext cx="1020127" cy="361950"/>
            <a:chOff x="0" y="0"/>
            <a:chExt cx="1360170" cy="482600"/>
          </a:xfrm>
        </p:grpSpPr>
        <p:sp>
          <p:nvSpPr>
            <p:cNvPr id="23" name="Freeform 23"/>
            <p:cNvSpPr/>
            <p:nvPr/>
          </p:nvSpPr>
          <p:spPr>
            <a:xfrm>
              <a:off x="49415" y="42233"/>
              <a:ext cx="1260951" cy="390272"/>
            </a:xfrm>
            <a:custGeom>
              <a:avLst/>
              <a:gdLst/>
              <a:ahLst/>
              <a:cxnLst/>
              <a:rect l="l" t="t" r="r" b="b"/>
              <a:pathLst>
                <a:path w="1260951" h="390272">
                  <a:moveTo>
                    <a:pt x="1164705" y="201607"/>
                  </a:moveTo>
                  <a:cubicBezTo>
                    <a:pt x="612255" y="214307"/>
                    <a:pt x="461125" y="248597"/>
                    <a:pt x="381115" y="277807"/>
                  </a:cubicBezTo>
                  <a:cubicBezTo>
                    <a:pt x="339205" y="291777"/>
                    <a:pt x="321425" y="313367"/>
                    <a:pt x="287135" y="324797"/>
                  </a:cubicBezTo>
                  <a:cubicBezTo>
                    <a:pt x="249035" y="337497"/>
                    <a:pt x="163945" y="343847"/>
                    <a:pt x="163945" y="350197"/>
                  </a:cubicBezTo>
                  <a:cubicBezTo>
                    <a:pt x="162675" y="352737"/>
                    <a:pt x="180455" y="352737"/>
                    <a:pt x="180455" y="356547"/>
                  </a:cubicBezTo>
                  <a:cubicBezTo>
                    <a:pt x="181725" y="360357"/>
                    <a:pt x="166485" y="371787"/>
                    <a:pt x="155055" y="376867"/>
                  </a:cubicBezTo>
                  <a:cubicBezTo>
                    <a:pt x="138545" y="384487"/>
                    <a:pt x="110605" y="392107"/>
                    <a:pt x="89015" y="388297"/>
                  </a:cubicBezTo>
                  <a:cubicBezTo>
                    <a:pt x="68695" y="385757"/>
                    <a:pt x="44565" y="373057"/>
                    <a:pt x="30595" y="359087"/>
                  </a:cubicBezTo>
                  <a:cubicBezTo>
                    <a:pt x="15355" y="343847"/>
                    <a:pt x="5195" y="315907"/>
                    <a:pt x="1385" y="299397"/>
                  </a:cubicBezTo>
                  <a:cubicBezTo>
                    <a:pt x="-1155" y="286697"/>
                    <a:pt x="115" y="277807"/>
                    <a:pt x="2655" y="265107"/>
                  </a:cubicBezTo>
                  <a:cubicBezTo>
                    <a:pt x="7735" y="248597"/>
                    <a:pt x="20435" y="221927"/>
                    <a:pt x="36945" y="207957"/>
                  </a:cubicBezTo>
                  <a:cubicBezTo>
                    <a:pt x="52185" y="193987"/>
                    <a:pt x="80125" y="185097"/>
                    <a:pt x="97905" y="182557"/>
                  </a:cubicBezTo>
                  <a:cubicBezTo>
                    <a:pt x="110605" y="181287"/>
                    <a:pt x="119495" y="181287"/>
                    <a:pt x="130925" y="186367"/>
                  </a:cubicBezTo>
                  <a:cubicBezTo>
                    <a:pt x="147435" y="191447"/>
                    <a:pt x="172835" y="205417"/>
                    <a:pt x="186805" y="221927"/>
                  </a:cubicBezTo>
                  <a:cubicBezTo>
                    <a:pt x="199505" y="238437"/>
                    <a:pt x="208395" y="263837"/>
                    <a:pt x="208395" y="285427"/>
                  </a:cubicBezTo>
                  <a:cubicBezTo>
                    <a:pt x="208395" y="305747"/>
                    <a:pt x="200775" y="331147"/>
                    <a:pt x="188075" y="347657"/>
                  </a:cubicBezTo>
                  <a:cubicBezTo>
                    <a:pt x="175375" y="364167"/>
                    <a:pt x="149975" y="379407"/>
                    <a:pt x="133465" y="385757"/>
                  </a:cubicBezTo>
                  <a:cubicBezTo>
                    <a:pt x="122035" y="390837"/>
                    <a:pt x="113145" y="390837"/>
                    <a:pt x="100445" y="389567"/>
                  </a:cubicBezTo>
                  <a:cubicBezTo>
                    <a:pt x="82665" y="387027"/>
                    <a:pt x="54725" y="379407"/>
                    <a:pt x="38215" y="366707"/>
                  </a:cubicBezTo>
                  <a:cubicBezTo>
                    <a:pt x="22975" y="352737"/>
                    <a:pt x="9005" y="327337"/>
                    <a:pt x="3925" y="309557"/>
                  </a:cubicBezTo>
                  <a:cubicBezTo>
                    <a:pt x="115" y="298127"/>
                    <a:pt x="-1155" y="289237"/>
                    <a:pt x="1385" y="276537"/>
                  </a:cubicBezTo>
                  <a:cubicBezTo>
                    <a:pt x="5195" y="258757"/>
                    <a:pt x="11545" y="234627"/>
                    <a:pt x="28055" y="215577"/>
                  </a:cubicBezTo>
                  <a:cubicBezTo>
                    <a:pt x="52185" y="190177"/>
                    <a:pt x="94095" y="171127"/>
                    <a:pt x="142355" y="149537"/>
                  </a:cubicBezTo>
                  <a:cubicBezTo>
                    <a:pt x="216015" y="116517"/>
                    <a:pt x="332855" y="79687"/>
                    <a:pt x="431915" y="56827"/>
                  </a:cubicBezTo>
                  <a:cubicBezTo>
                    <a:pt x="530975" y="32697"/>
                    <a:pt x="626225" y="17457"/>
                    <a:pt x="736715" y="9837"/>
                  </a:cubicBezTo>
                  <a:cubicBezTo>
                    <a:pt x="867525" y="-323"/>
                    <a:pt x="1085965" y="-5403"/>
                    <a:pt x="1164705" y="8567"/>
                  </a:cubicBezTo>
                  <a:cubicBezTo>
                    <a:pt x="1195185" y="14917"/>
                    <a:pt x="1211695" y="18727"/>
                    <a:pt x="1228205" y="32697"/>
                  </a:cubicBezTo>
                  <a:cubicBezTo>
                    <a:pt x="1244715" y="46667"/>
                    <a:pt x="1256145" y="74607"/>
                    <a:pt x="1259955" y="93657"/>
                  </a:cubicBezTo>
                  <a:cubicBezTo>
                    <a:pt x="1262495" y="110167"/>
                    <a:pt x="1259955" y="125407"/>
                    <a:pt x="1254875" y="139377"/>
                  </a:cubicBezTo>
                  <a:cubicBezTo>
                    <a:pt x="1249795" y="153347"/>
                    <a:pt x="1240905" y="167317"/>
                    <a:pt x="1228205" y="177477"/>
                  </a:cubicBezTo>
                  <a:cubicBezTo>
                    <a:pt x="1212965" y="190177"/>
                    <a:pt x="1164705" y="201607"/>
                    <a:pt x="1164705" y="201607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16857345" y="840105"/>
            <a:ext cx="218122" cy="218122"/>
            <a:chOff x="0" y="0"/>
            <a:chExt cx="290830" cy="290830"/>
          </a:xfrm>
        </p:grpSpPr>
        <p:sp>
          <p:nvSpPr>
            <p:cNvPr id="25" name="Freeform 25"/>
            <p:cNvSpPr/>
            <p:nvPr/>
          </p:nvSpPr>
          <p:spPr>
            <a:xfrm>
              <a:off x="50554" y="49479"/>
              <a:ext cx="185666" cy="190551"/>
            </a:xfrm>
            <a:custGeom>
              <a:avLst/>
              <a:gdLst/>
              <a:ahLst/>
              <a:cxnLst/>
              <a:rect l="l" t="t" r="r" b="b"/>
              <a:pathLst>
                <a:path w="185666" h="190551">
                  <a:moveTo>
                    <a:pt x="185666" y="66091"/>
                  </a:moveTo>
                  <a:cubicBezTo>
                    <a:pt x="185666" y="127051"/>
                    <a:pt x="179316" y="142291"/>
                    <a:pt x="170426" y="153721"/>
                  </a:cubicBezTo>
                  <a:cubicBezTo>
                    <a:pt x="161536" y="165151"/>
                    <a:pt x="147566" y="175311"/>
                    <a:pt x="134866" y="181661"/>
                  </a:cubicBezTo>
                  <a:cubicBezTo>
                    <a:pt x="120896" y="188011"/>
                    <a:pt x="104386" y="190551"/>
                    <a:pt x="89146" y="190551"/>
                  </a:cubicBezTo>
                  <a:cubicBezTo>
                    <a:pt x="75176" y="189281"/>
                    <a:pt x="58666" y="184201"/>
                    <a:pt x="45966" y="176581"/>
                  </a:cubicBezTo>
                  <a:cubicBezTo>
                    <a:pt x="33266" y="168961"/>
                    <a:pt x="21836" y="157531"/>
                    <a:pt x="14216" y="144831"/>
                  </a:cubicBezTo>
                  <a:cubicBezTo>
                    <a:pt x="6596" y="132131"/>
                    <a:pt x="1516" y="115621"/>
                    <a:pt x="246" y="100381"/>
                  </a:cubicBezTo>
                  <a:cubicBezTo>
                    <a:pt x="-1024" y="86411"/>
                    <a:pt x="2786" y="69901"/>
                    <a:pt x="7866" y="55931"/>
                  </a:cubicBezTo>
                  <a:cubicBezTo>
                    <a:pt x="14216" y="41961"/>
                    <a:pt x="24376" y="29261"/>
                    <a:pt x="37076" y="20371"/>
                  </a:cubicBezTo>
                  <a:cubicBezTo>
                    <a:pt x="48506" y="11481"/>
                    <a:pt x="63746" y="3861"/>
                    <a:pt x="77716" y="1321"/>
                  </a:cubicBezTo>
                  <a:cubicBezTo>
                    <a:pt x="92956" y="-1219"/>
                    <a:pt x="109466" y="51"/>
                    <a:pt x="123436" y="3861"/>
                  </a:cubicBezTo>
                  <a:cubicBezTo>
                    <a:pt x="137406" y="8941"/>
                    <a:pt x="162806" y="27991"/>
                    <a:pt x="162806" y="27991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sp>
        <p:nvSpPr>
          <p:cNvPr id="28" name="TextBox 26"/>
          <p:cNvSpPr txBox="1"/>
          <p:nvPr/>
        </p:nvSpPr>
        <p:spPr>
          <a:xfrm>
            <a:off x="3962640" y="1486215"/>
            <a:ext cx="10786505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3. Hiện thực hóa nghiên cứu</a:t>
            </a:r>
            <a:endParaRPr lang="en-US" sz="6000">
              <a:solidFill>
                <a:srgbClr val="1C9E5C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7825" y="1955165"/>
            <a:ext cx="16958310" cy="82969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Sơ đồ có 9 bảng thực thể bao gồm: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Users: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trữ tài khoản ng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ời dùng.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Categories: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trữ các danh mục như ẩm thực, mua sắm, điểm tham quan.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District: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trữ thông tin ph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ờng/ xã </a:t>
            </a:r>
            <a:r>
              <a:rPr 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trong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tỉnh V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ĩ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nh Long.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Location: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trữ chi tiết 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ịa 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iểm và vị trí tọa 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ộ bản 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ồ của từng địa điểm.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LocationGallery: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trữ th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viện hình ảnh từng 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ịa 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iểm.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Service: quản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ý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dịch vụ và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trữ thông tin địa điểm như danh mục, giá, điểm đánh giá và địa chỉ liên kết Google map.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Banner: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trữ hình ảnh nổi bật hiển thị ở trang chủ.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Article: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trữ bài viết và tin tức.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Place: l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trữ </a:t>
            </a:r>
            <a:r>
              <a:rPr lang="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6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ịa điểm phổ biến và nổi bật.</a:t>
            </a:r>
            <a:endParaRPr lang="en-US" altLang="en-US" sz="36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8" name="Freeform 3"/>
          <p:cNvSpPr/>
          <p:nvPr/>
        </p:nvSpPr>
        <p:spPr>
          <a:xfrm>
            <a:off x="17168495" y="114300"/>
            <a:ext cx="3122295" cy="3451860"/>
          </a:xfrm>
          <a:custGeom>
            <a:avLst/>
            <a:gdLst/>
            <a:ahLst/>
            <a:cxnLst/>
            <a:rect l="l" t="t" r="r" b="b"/>
            <a:pathLst>
              <a:path w="5508007" h="5542648">
                <a:moveTo>
                  <a:pt x="0" y="0"/>
                </a:moveTo>
                <a:lnTo>
                  <a:pt x="5508007" y="0"/>
                </a:lnTo>
                <a:lnTo>
                  <a:pt x="5508007" y="5542648"/>
                </a:lnTo>
                <a:lnTo>
                  <a:pt x="0" y="5542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41290" y="-607649"/>
            <a:ext cx="11496060" cy="11840512"/>
          </a:xfrm>
          <a:custGeom>
            <a:avLst/>
            <a:gdLst/>
            <a:ahLst/>
            <a:cxnLst/>
            <a:rect l="l" t="t" r="r" b="b"/>
            <a:pathLst>
              <a:path w="11496060" h="11840512">
                <a:moveTo>
                  <a:pt x="0" y="0"/>
                </a:moveTo>
                <a:lnTo>
                  <a:pt x="11496061" y="0"/>
                </a:lnTo>
                <a:lnTo>
                  <a:pt x="11496061" y="11840511"/>
                </a:lnTo>
                <a:lnTo>
                  <a:pt x="0" y="11840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18032" y="142432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45544" y="7300286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18032" y="8322190"/>
            <a:ext cx="5538302" cy="2494543"/>
          </a:xfrm>
          <a:custGeom>
            <a:avLst/>
            <a:gdLst/>
            <a:ahLst/>
            <a:cxnLst/>
            <a:rect l="l" t="t" r="r" b="b"/>
            <a:pathLst>
              <a:path w="5538302" h="2494543">
                <a:moveTo>
                  <a:pt x="0" y="0"/>
                </a:moveTo>
                <a:lnTo>
                  <a:pt x="5538302" y="0"/>
                </a:lnTo>
                <a:lnTo>
                  <a:pt x="5538302" y="2494543"/>
                </a:lnTo>
                <a:lnTo>
                  <a:pt x="0" y="2494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69645" y="3315335"/>
            <a:ext cx="14074140" cy="61798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325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Các công nghệ sử dụng:</a:t>
            </a:r>
            <a:endParaRPr lang="en-US" altLang="en-US" sz="3325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endParaRPr lang="en-US" altLang="en-US" sz="3325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Arial" panose="020B0604020202020204" pitchFamily="34" charset="0"/>
                <a:ea typeface="Canva Sans" panose="020B0503030501040103"/>
                <a:cs typeface="Arial" panose="020B0604020202020204" pitchFamily="34" charset="0"/>
                <a:sym typeface="Canva Sans" panose="020B0503030501040103"/>
              </a:rPr>
              <a:t>HTML, CSS, JavaScript: xây dựng frontend.</a:t>
            </a:r>
            <a:endParaRPr lang="en-US" altLang="en-US" sz="3325">
              <a:solidFill>
                <a:srgbClr val="3A3C11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sz="3325">
              <a:solidFill>
                <a:srgbClr val="3A3C11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Arial" panose="020B0604020202020204" pitchFamily="34" charset="0"/>
                <a:ea typeface="Canva Sans" panose="020B0503030501040103"/>
                <a:cs typeface="Arial" panose="020B0604020202020204" pitchFamily="34" charset="0"/>
                <a:sym typeface="Canva Sans" panose="020B0503030501040103"/>
              </a:rPr>
              <a:t>PHP: được sử dụng xây dựng backend.</a:t>
            </a:r>
            <a:endParaRPr lang="en-US" altLang="en-US" sz="3325">
              <a:solidFill>
                <a:srgbClr val="3A3C11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325">
              <a:solidFill>
                <a:srgbClr val="3A3C11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Arial" panose="020B0604020202020204" pitchFamily="34" charset="0"/>
                <a:ea typeface="Canva Sans" panose="020B0503030501040103"/>
                <a:cs typeface="Arial" panose="020B0604020202020204" pitchFamily="34" charset="0"/>
                <a:sym typeface="Canva Sans" panose="020B0503030501040103"/>
              </a:rPr>
              <a:t>MySQL: xây dựng Cơ sở dữ liệu.</a:t>
            </a:r>
            <a:endParaRPr lang="en-US" altLang="en-US" sz="3325">
              <a:solidFill>
                <a:srgbClr val="3A3C11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325">
              <a:solidFill>
                <a:srgbClr val="3A3C11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325">
                <a:solidFill>
                  <a:srgbClr val="3A3C11"/>
                </a:solidFill>
                <a:latin typeface="Arial" panose="020B0604020202020204" pitchFamily="34" charset="0"/>
                <a:ea typeface="Canva Sans" panose="020B0503030501040103"/>
                <a:cs typeface="Arial" panose="020B0604020202020204" pitchFamily="34" charset="0"/>
                <a:sym typeface="Canva Sans" panose="020B0503030501040103"/>
              </a:rPr>
              <a:t>XAMPP: triển khai môi trư</a:t>
            </a:r>
            <a:r>
              <a:rPr lang="en-US" altLang="en-US" sz="3325">
                <a:solidFill>
                  <a:srgbClr val="3A3C11"/>
                </a:solidFill>
                <a:latin typeface="Arial" panose="020B0604020202020204" pitchFamily="34" charset="0"/>
                <a:ea typeface="Canva Sans" panose="020B0503030501040103"/>
                <a:cs typeface="Arial" panose="020B0604020202020204" pitchFamily="34" charset="0"/>
                <a:sym typeface="Canva Sans" panose="020B0503030501040103"/>
              </a:rPr>
              <a:t>ờng.</a:t>
            </a:r>
            <a:endParaRPr lang="en-US" altLang="en-US" sz="3325">
              <a:solidFill>
                <a:srgbClr val="3A3C11"/>
              </a:solidFill>
              <a:latin typeface="Arial" panose="020B0604020202020204" pitchFamily="34" charset="0"/>
              <a:ea typeface="Canva Sans" panose="020B0503030501040103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28" name="TextBox 26"/>
          <p:cNvSpPr txBox="1"/>
          <p:nvPr/>
        </p:nvSpPr>
        <p:spPr>
          <a:xfrm>
            <a:off x="4648440" y="1486215"/>
            <a:ext cx="10786505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3. Hiện thực hóa nghiên cứu</a:t>
            </a:r>
            <a:endParaRPr lang="en-US" sz="6000">
              <a:solidFill>
                <a:srgbClr val="1C9E5C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418032" y="142432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419100"/>
            <a:ext cx="3548380" cy="1958340"/>
          </a:xfrm>
          <a:custGeom>
            <a:avLst/>
            <a:gdLst/>
            <a:ahLst/>
            <a:cxnLst/>
            <a:rect l="l" t="t" r="r" b="b"/>
            <a:pathLst>
              <a:path w="4870055" h="3107961">
                <a:moveTo>
                  <a:pt x="0" y="0"/>
                </a:moveTo>
                <a:lnTo>
                  <a:pt x="4870055" y="0"/>
                </a:lnTo>
                <a:lnTo>
                  <a:pt x="4870055" y="3107960"/>
                </a:lnTo>
                <a:lnTo>
                  <a:pt x="0" y="310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39" b="-1139"/>
            </a:stretch>
          </a:blipFill>
        </p:spPr>
      </p:sp>
      <p:sp>
        <p:nvSpPr>
          <p:cNvPr id="8" name="Text Box 7"/>
          <p:cNvSpPr txBox="1"/>
          <p:nvPr/>
        </p:nvSpPr>
        <p:spPr>
          <a:xfrm>
            <a:off x="4953000" y="661035"/>
            <a:ext cx="11098530" cy="674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4. Kết quả thực nghiệm</a:t>
            </a:r>
            <a:endParaRPr lang="en-US" altLang="en-US" sz="60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6200" y="1069340"/>
            <a:ext cx="16927830" cy="2203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Giao diện Trang chủ: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Hiển thị danh sách các Địa điểm phổ biến và Địa điểm nổi bật.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Định vị vị trí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GPS và thuật toán gợi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ý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ịa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iểm gần nhất trong 10km.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pic>
        <p:nvPicPr>
          <p:cNvPr id="6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232785"/>
            <a:ext cx="8604250" cy="672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162300"/>
            <a:ext cx="8645525" cy="705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418032" y="142432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419100"/>
            <a:ext cx="3548380" cy="1958340"/>
          </a:xfrm>
          <a:custGeom>
            <a:avLst/>
            <a:gdLst/>
            <a:ahLst/>
            <a:cxnLst/>
            <a:rect l="l" t="t" r="r" b="b"/>
            <a:pathLst>
              <a:path w="4870055" h="3107961">
                <a:moveTo>
                  <a:pt x="0" y="0"/>
                </a:moveTo>
                <a:lnTo>
                  <a:pt x="4870055" y="0"/>
                </a:lnTo>
                <a:lnTo>
                  <a:pt x="4870055" y="3107960"/>
                </a:lnTo>
                <a:lnTo>
                  <a:pt x="0" y="310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39" b="-1139"/>
            </a:stretch>
          </a:blipFill>
        </p:spPr>
      </p:sp>
      <p:sp>
        <p:nvSpPr>
          <p:cNvPr id="8" name="Text Box 7"/>
          <p:cNvSpPr txBox="1"/>
          <p:nvPr/>
        </p:nvSpPr>
        <p:spPr>
          <a:xfrm>
            <a:off x="4953000" y="661035"/>
            <a:ext cx="11098530" cy="674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4. Kết quả thực nghiệm</a:t>
            </a:r>
            <a:endParaRPr lang="en-US" altLang="en-US" sz="60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6200" y="1196340"/>
            <a:ext cx="16927830" cy="2076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Giao diện Địa điểm ăn uống: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Cho phép tra cứu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ịa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iểm theo Khu vực (ph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ờng/xã), Loại hình và Giá tham khảo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.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571500" indent="-571500" algn="just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Định vị vị trí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GPS của địa điểm được chọn, đánh giá sao và bình luận về địa điểm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pic>
        <p:nvPicPr>
          <p:cNvPr id="289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3086100"/>
            <a:ext cx="8913495" cy="7223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Picture 3"/>
          <p:cNvPicPr>
            <a:picLocks noChangeAspect="1"/>
          </p:cNvPicPr>
          <p:nvPr/>
        </p:nvPicPr>
        <p:blipFill>
          <a:blip r:embed="rId5"/>
          <a:srcRect t="1874"/>
          <a:stretch>
            <a:fillRect/>
          </a:stretch>
        </p:blipFill>
        <p:spPr>
          <a:xfrm>
            <a:off x="9144000" y="3162300"/>
            <a:ext cx="9102725" cy="66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418032" y="142432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49889" y="6438935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3"/>
                </a:lnTo>
                <a:lnTo>
                  <a:pt x="0" y="10219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900000">
            <a:off x="15087722" y="6972343"/>
            <a:ext cx="4873117" cy="4067022"/>
          </a:xfrm>
          <a:custGeom>
            <a:avLst/>
            <a:gdLst/>
            <a:ahLst/>
            <a:cxnLst/>
            <a:rect l="l" t="t" r="r" b="b"/>
            <a:pathLst>
              <a:path w="4873117" h="4067022">
                <a:moveTo>
                  <a:pt x="0" y="0"/>
                </a:moveTo>
                <a:lnTo>
                  <a:pt x="4873117" y="0"/>
                </a:lnTo>
                <a:lnTo>
                  <a:pt x="4873117" y="4067022"/>
                </a:lnTo>
                <a:lnTo>
                  <a:pt x="0" y="4067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38631" y="142432"/>
            <a:ext cx="2823080" cy="1988470"/>
          </a:xfrm>
          <a:custGeom>
            <a:avLst/>
            <a:gdLst/>
            <a:ahLst/>
            <a:cxnLst/>
            <a:rect l="l" t="t" r="r" b="b"/>
            <a:pathLst>
              <a:path w="2823080" h="1988470">
                <a:moveTo>
                  <a:pt x="0" y="0"/>
                </a:moveTo>
                <a:lnTo>
                  <a:pt x="2823080" y="0"/>
                </a:lnTo>
                <a:lnTo>
                  <a:pt x="2823080" y="1988470"/>
                </a:lnTo>
                <a:lnTo>
                  <a:pt x="0" y="1988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2400" y="2476500"/>
            <a:ext cx="16921480" cy="48437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Kết quả </a:t>
            </a: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ạt </a:t>
            </a: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đư</a:t>
            </a: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ợc</a:t>
            </a: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Các chức n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ă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ng vận hành ổn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ịnh: 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Đă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ng nhập, Gợi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ý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ịa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iểm,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ánh giá, bình luận, Quản l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ý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ịa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iểm và Duyệt bài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đă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ng.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ịnh vị Gợi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ý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ịa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iểm gần người dùng trong bán kính 10km.  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Kiểm duyệt dữ liệu và rà soát bài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đă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ng, bảo mật an toàn. 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657600" y="1257300"/>
            <a:ext cx="12436475" cy="459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5. Kết luận và hướng phát triển</a:t>
            </a:r>
            <a:endParaRPr lang="en-US" altLang="en-US" sz="60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418032" y="142432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49889" y="6438935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3"/>
                </a:lnTo>
                <a:lnTo>
                  <a:pt x="0" y="102190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2400" y="2476500"/>
            <a:ext cx="16921480" cy="48437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r>
              <a:rPr lang="en-US" altLang="en-US" sz="3600" b="1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Hướng phát triển:</a:t>
            </a: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indent="0" algn="just">
              <a:lnSpc>
                <a:spcPts val="4655"/>
              </a:lnSpc>
              <a:buFont typeface="Arial" panose="020B0604020202020204" pitchFamily="34" charset="0"/>
              <a:buNone/>
            </a:pPr>
            <a:endParaRPr lang="en-US" altLang="en-US" sz="3600" b="1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Tích hợp gợi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ý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 theo phiên cho ng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ời dùng không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đă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ng nhập.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Mở rộng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thêm dữ liệu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iểm tham quan, mua sắm, tiện ích tại V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ĩ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nh Long.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Tối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u trên thiết bị di động: dễ dàng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ịnh vị GPS khi di chuyển.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Thêm tính n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ă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ng chia sẻ lịch trình, tạo nhóm và hệ thống tích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iểm th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ư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ởng.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  <a:p>
            <a:pPr marL="457200" indent="-457200" algn="just" fontAlgn="auto">
              <a:lnSpc>
                <a:spcPts val="4655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Tích hợp AI Chatbot: Hỗ trợ giải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áp, tự 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đ</a:t>
            </a:r>
            <a:r>
              <a:rPr lang="en-US" altLang="en-US" sz="3200">
                <a:solidFill>
                  <a:srgbClr val="3A3C11"/>
                </a:solidFill>
                <a:latin typeface="Arial" panose="020B0604020202020204" pitchFamily="34" charset="0"/>
                <a:ea typeface="ＭＳ Ｐゴシック" panose="020B0600070205080204" charset="-128"/>
                <a:cs typeface="Arial" panose="020B0604020202020204" pitchFamily="34" charset="0"/>
                <a:sym typeface="Canva Sans" panose="020B0503030501040103"/>
              </a:rPr>
              <a:t>ộng thiết kế lịch trình theo ngân sách và thời gian.</a:t>
            </a:r>
            <a:endParaRPr lang="en-US" altLang="en-US" sz="3200">
              <a:solidFill>
                <a:srgbClr val="3A3C11"/>
              </a:solidFill>
              <a:latin typeface="Arial" panose="020B0604020202020204" pitchFamily="34" charset="0"/>
              <a:ea typeface="ＭＳ Ｐゴシック" panose="020B0600070205080204" charset="-128"/>
              <a:cs typeface="Arial" panose="020B0604020202020204" pitchFamily="34" charset="0"/>
              <a:sym typeface="Canva Sans" panose="020B0503030501040103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657600" y="1257300"/>
            <a:ext cx="12436475" cy="459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ts val="2870"/>
              </a:lnSpc>
              <a:buFont typeface="Arial" panose="020B0604020202020204" pitchFamily="34" charset="0"/>
              <a:buNone/>
            </a:pPr>
            <a:r>
              <a:rPr lang="en-US" altLang="en-US" sz="6000" b="1">
                <a:solidFill>
                  <a:srgbClr val="00B050"/>
                </a:solidFill>
                <a:latin typeface="Arial" panose="020B0604020202020204" pitchFamily="34" charset="0"/>
                <a:ea typeface="Poppins Medium" panose="00000600000000000000"/>
                <a:cs typeface="Arial" panose="020B0604020202020204" pitchFamily="34" charset="0"/>
                <a:sym typeface="Poppins Medium" panose="00000600000000000000"/>
              </a:rPr>
              <a:t>5. Kết luận và hướng phát triển</a:t>
            </a:r>
            <a:endParaRPr lang="en-US" altLang="en-US" sz="6000" b="1">
              <a:solidFill>
                <a:srgbClr val="00B050"/>
              </a:solidFill>
              <a:latin typeface="Arial" panose="020B0604020202020204" pitchFamily="34" charset="0"/>
              <a:ea typeface="Poppins Medium" panose="00000600000000000000"/>
              <a:cs typeface="Arial" panose="020B0604020202020204" pitchFamily="34" charset="0"/>
              <a:sym typeface="Poppins Medium" panose="00000600000000000000"/>
            </a:endParaRPr>
          </a:p>
        </p:txBody>
      </p:sp>
      <p:sp>
        <p:nvSpPr>
          <p:cNvPr id="2" name="Freeform 3"/>
          <p:cNvSpPr/>
          <p:nvPr/>
        </p:nvSpPr>
        <p:spPr>
          <a:xfrm>
            <a:off x="17145000" y="7810500"/>
            <a:ext cx="3342005" cy="3014345"/>
          </a:xfrm>
          <a:custGeom>
            <a:avLst/>
            <a:gdLst/>
            <a:ahLst/>
            <a:cxnLst/>
            <a:rect l="l" t="t" r="r" b="b"/>
            <a:pathLst>
              <a:path w="5560981" h="5498420">
                <a:moveTo>
                  <a:pt x="0" y="0"/>
                </a:moveTo>
                <a:lnTo>
                  <a:pt x="5560981" y="0"/>
                </a:lnTo>
                <a:lnTo>
                  <a:pt x="5560981" y="5498420"/>
                </a:lnTo>
                <a:lnTo>
                  <a:pt x="0" y="5498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369837">
            <a:off x="-5502766" y="1920002"/>
            <a:ext cx="14085188" cy="14507216"/>
          </a:xfrm>
          <a:custGeom>
            <a:avLst/>
            <a:gdLst/>
            <a:ahLst/>
            <a:cxnLst/>
            <a:rect l="l" t="t" r="r" b="b"/>
            <a:pathLst>
              <a:path w="14085188" h="14507216">
                <a:moveTo>
                  <a:pt x="0" y="0"/>
                </a:moveTo>
                <a:lnTo>
                  <a:pt x="14085188" y="0"/>
                </a:lnTo>
                <a:lnTo>
                  <a:pt x="14085188" y="14507216"/>
                </a:lnTo>
                <a:lnTo>
                  <a:pt x="0" y="1450721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369837">
            <a:off x="13858058" y="-2850539"/>
            <a:ext cx="7702730" cy="7933523"/>
          </a:xfrm>
          <a:custGeom>
            <a:avLst/>
            <a:gdLst/>
            <a:ahLst/>
            <a:cxnLst/>
            <a:rect l="l" t="t" r="r" b="b"/>
            <a:pathLst>
              <a:path w="7702730" h="7933523">
                <a:moveTo>
                  <a:pt x="0" y="0"/>
                </a:moveTo>
                <a:lnTo>
                  <a:pt x="7702729" y="0"/>
                </a:lnTo>
                <a:lnTo>
                  <a:pt x="7702729" y="7933522"/>
                </a:lnTo>
                <a:lnTo>
                  <a:pt x="0" y="79335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2316" y="3027287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182077" y="4492269"/>
            <a:ext cx="1227512" cy="1021904"/>
          </a:xfrm>
          <a:custGeom>
            <a:avLst/>
            <a:gdLst/>
            <a:ahLst/>
            <a:cxnLst/>
            <a:rect l="l" t="t" r="r" b="b"/>
            <a:pathLst>
              <a:path w="1227512" h="1021904">
                <a:moveTo>
                  <a:pt x="0" y="0"/>
                </a:moveTo>
                <a:lnTo>
                  <a:pt x="1227512" y="0"/>
                </a:lnTo>
                <a:lnTo>
                  <a:pt x="1227512" y="1021904"/>
                </a:lnTo>
                <a:lnTo>
                  <a:pt x="0" y="102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1684318" y="5750242"/>
            <a:ext cx="6153150" cy="186690"/>
            <a:chOff x="0" y="0"/>
            <a:chExt cx="8204200" cy="248920"/>
          </a:xfrm>
        </p:grpSpPr>
        <p:sp>
          <p:nvSpPr>
            <p:cNvPr id="7" name="Freeform 7"/>
            <p:cNvSpPr/>
            <p:nvPr/>
          </p:nvSpPr>
          <p:spPr>
            <a:xfrm>
              <a:off x="50693" y="39145"/>
              <a:ext cx="8102084" cy="171367"/>
            </a:xfrm>
            <a:custGeom>
              <a:avLst/>
              <a:gdLst/>
              <a:ahLst/>
              <a:cxnLst/>
              <a:rect l="l" t="t" r="r" b="b"/>
              <a:pathLst>
                <a:path w="8102084" h="171367">
                  <a:moveTo>
                    <a:pt x="61067" y="23085"/>
                  </a:moveTo>
                  <a:cubicBezTo>
                    <a:pt x="7477867" y="23085"/>
                    <a:pt x="7893157" y="-20095"/>
                    <a:pt x="8027777" y="11655"/>
                  </a:cubicBezTo>
                  <a:cubicBezTo>
                    <a:pt x="8063337" y="20545"/>
                    <a:pt x="8077307" y="26895"/>
                    <a:pt x="8088737" y="44675"/>
                  </a:cubicBezTo>
                  <a:cubicBezTo>
                    <a:pt x="8100167" y="61185"/>
                    <a:pt x="8103977" y="92935"/>
                    <a:pt x="8096357" y="111985"/>
                  </a:cubicBezTo>
                  <a:cubicBezTo>
                    <a:pt x="8088737" y="131035"/>
                    <a:pt x="8063337" y="152625"/>
                    <a:pt x="8044287" y="156435"/>
                  </a:cubicBezTo>
                  <a:cubicBezTo>
                    <a:pt x="8023967" y="161515"/>
                    <a:pt x="7992217" y="152625"/>
                    <a:pt x="7978247" y="138655"/>
                  </a:cubicBezTo>
                  <a:cubicBezTo>
                    <a:pt x="7963007" y="124685"/>
                    <a:pt x="7952847" y="92935"/>
                    <a:pt x="7955387" y="73885"/>
                  </a:cubicBezTo>
                  <a:cubicBezTo>
                    <a:pt x="7959197" y="53565"/>
                    <a:pt x="7979517" y="26895"/>
                    <a:pt x="7997297" y="18005"/>
                  </a:cubicBezTo>
                  <a:cubicBezTo>
                    <a:pt x="8016347" y="10385"/>
                    <a:pt x="8049367" y="11655"/>
                    <a:pt x="8065877" y="21815"/>
                  </a:cubicBezTo>
                  <a:cubicBezTo>
                    <a:pt x="8083657" y="33245"/>
                    <a:pt x="8098897" y="62455"/>
                    <a:pt x="8101437" y="81505"/>
                  </a:cubicBezTo>
                  <a:cubicBezTo>
                    <a:pt x="8103977" y="96745"/>
                    <a:pt x="8098897" y="114525"/>
                    <a:pt x="8088737" y="125955"/>
                  </a:cubicBezTo>
                  <a:cubicBezTo>
                    <a:pt x="8077307" y="141195"/>
                    <a:pt x="8063337" y="150085"/>
                    <a:pt x="8027777" y="158975"/>
                  </a:cubicBezTo>
                  <a:cubicBezTo>
                    <a:pt x="7893157" y="190725"/>
                    <a:pt x="7477867" y="146275"/>
                    <a:pt x="6971137" y="143735"/>
                  </a:cubicBezTo>
                  <a:cubicBezTo>
                    <a:pt x="5677007" y="134845"/>
                    <a:pt x="391267" y="207235"/>
                    <a:pt x="61067" y="147545"/>
                  </a:cubicBezTo>
                  <a:cubicBezTo>
                    <a:pt x="35667" y="142465"/>
                    <a:pt x="30587" y="142465"/>
                    <a:pt x="20427" y="132305"/>
                  </a:cubicBezTo>
                  <a:cubicBezTo>
                    <a:pt x="8997" y="119605"/>
                    <a:pt x="-1163" y="94205"/>
                    <a:pt x="107" y="77695"/>
                  </a:cubicBezTo>
                  <a:cubicBezTo>
                    <a:pt x="107" y="63725"/>
                    <a:pt x="10267" y="47215"/>
                    <a:pt x="20427" y="38325"/>
                  </a:cubicBezTo>
                  <a:cubicBezTo>
                    <a:pt x="30587" y="29435"/>
                    <a:pt x="61067" y="23085"/>
                    <a:pt x="61067" y="23085"/>
                  </a:cubicBezTo>
                </a:path>
              </a:pathLst>
            </a:custGeom>
            <a:solidFill>
              <a:srgbClr val="1C9E5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0">
            <a:off x="756285" y="7728585"/>
            <a:ext cx="1981200" cy="2095500"/>
            <a:chOff x="0" y="0"/>
            <a:chExt cx="2641600" cy="2794000"/>
          </a:xfrm>
        </p:grpSpPr>
        <p:sp>
          <p:nvSpPr>
            <p:cNvPr id="9" name="Freeform 9"/>
            <p:cNvSpPr/>
            <p:nvPr/>
          </p:nvSpPr>
          <p:spPr>
            <a:xfrm>
              <a:off x="47711" y="50693"/>
              <a:ext cx="2544359" cy="2692983"/>
            </a:xfrm>
            <a:custGeom>
              <a:avLst/>
              <a:gdLst/>
              <a:ahLst/>
              <a:cxnLst/>
              <a:rect l="l" t="t" r="r" b="b"/>
              <a:pathLst>
                <a:path w="2544359" h="2692983">
                  <a:moveTo>
                    <a:pt x="197399" y="87737"/>
                  </a:moveTo>
                  <a:cubicBezTo>
                    <a:pt x="244389" y="395077"/>
                    <a:pt x="306619" y="458577"/>
                    <a:pt x="329479" y="536047"/>
                  </a:cubicBezTo>
                  <a:cubicBezTo>
                    <a:pt x="354879" y="614787"/>
                    <a:pt x="342179" y="718927"/>
                    <a:pt x="365039" y="787507"/>
                  </a:cubicBezTo>
                  <a:cubicBezTo>
                    <a:pt x="382819" y="840847"/>
                    <a:pt x="412029" y="884027"/>
                    <a:pt x="438699" y="920857"/>
                  </a:cubicBezTo>
                  <a:cubicBezTo>
                    <a:pt x="460289" y="951337"/>
                    <a:pt x="486959" y="965307"/>
                    <a:pt x="507279" y="995787"/>
                  </a:cubicBezTo>
                  <a:cubicBezTo>
                    <a:pt x="532679" y="1033887"/>
                    <a:pt x="546649" y="1094847"/>
                    <a:pt x="572049" y="1136757"/>
                  </a:cubicBezTo>
                  <a:cubicBezTo>
                    <a:pt x="596179" y="1176127"/>
                    <a:pt x="624119" y="1216767"/>
                    <a:pt x="657139" y="1242167"/>
                  </a:cubicBezTo>
                  <a:cubicBezTo>
                    <a:pt x="685079" y="1265027"/>
                    <a:pt x="723179" y="1262487"/>
                    <a:pt x="751119" y="1289157"/>
                  </a:cubicBezTo>
                  <a:cubicBezTo>
                    <a:pt x="791759" y="1329797"/>
                    <a:pt x="806999" y="1446637"/>
                    <a:pt x="852719" y="1483467"/>
                  </a:cubicBezTo>
                  <a:cubicBezTo>
                    <a:pt x="887009" y="1512677"/>
                    <a:pt x="942889" y="1499977"/>
                    <a:pt x="979719" y="1521567"/>
                  </a:cubicBezTo>
                  <a:cubicBezTo>
                    <a:pt x="1016549" y="1544427"/>
                    <a:pt x="1040679" y="1578717"/>
                    <a:pt x="1072429" y="1619357"/>
                  </a:cubicBezTo>
                  <a:cubicBezTo>
                    <a:pt x="1113069" y="1671427"/>
                    <a:pt x="1142279" y="1775567"/>
                    <a:pt x="1195619" y="1813667"/>
                  </a:cubicBezTo>
                  <a:cubicBezTo>
                    <a:pt x="1242609" y="1845417"/>
                    <a:pt x="1313729" y="1828907"/>
                    <a:pt x="1364529" y="1846687"/>
                  </a:cubicBezTo>
                  <a:cubicBezTo>
                    <a:pt x="1411519" y="1863197"/>
                    <a:pt x="1457239" y="1883517"/>
                    <a:pt x="1492799" y="1910187"/>
                  </a:cubicBezTo>
                  <a:cubicBezTo>
                    <a:pt x="1524549" y="1935587"/>
                    <a:pt x="1533439" y="1974957"/>
                    <a:pt x="1568999" y="1999087"/>
                  </a:cubicBezTo>
                  <a:cubicBezTo>
                    <a:pt x="1618529" y="2033377"/>
                    <a:pt x="1709969" y="2035917"/>
                    <a:pt x="1774739" y="2077827"/>
                  </a:cubicBezTo>
                  <a:cubicBezTo>
                    <a:pt x="1848399" y="2124817"/>
                    <a:pt x="1919519" y="2234037"/>
                    <a:pt x="1981749" y="2281027"/>
                  </a:cubicBezTo>
                  <a:cubicBezTo>
                    <a:pt x="2023659" y="2314047"/>
                    <a:pt x="2049059" y="2326747"/>
                    <a:pt x="2098589" y="2349607"/>
                  </a:cubicBezTo>
                  <a:cubicBezTo>
                    <a:pt x="2174789" y="2385167"/>
                    <a:pt x="2324649" y="2425807"/>
                    <a:pt x="2402119" y="2458827"/>
                  </a:cubicBezTo>
                  <a:cubicBezTo>
                    <a:pt x="2451649" y="2480417"/>
                    <a:pt x="2498639" y="2494387"/>
                    <a:pt x="2521499" y="2519787"/>
                  </a:cubicBezTo>
                  <a:cubicBezTo>
                    <a:pt x="2538009" y="2538837"/>
                    <a:pt x="2543089" y="2562967"/>
                    <a:pt x="2543089" y="2584557"/>
                  </a:cubicBezTo>
                  <a:cubicBezTo>
                    <a:pt x="2543089" y="2606147"/>
                    <a:pt x="2535469" y="2632817"/>
                    <a:pt x="2521499" y="2649327"/>
                  </a:cubicBezTo>
                  <a:cubicBezTo>
                    <a:pt x="2508799" y="2667107"/>
                    <a:pt x="2482129" y="2682347"/>
                    <a:pt x="2465619" y="2688697"/>
                  </a:cubicBezTo>
                  <a:cubicBezTo>
                    <a:pt x="2452919" y="2692507"/>
                    <a:pt x="2444029" y="2693777"/>
                    <a:pt x="2431329" y="2692507"/>
                  </a:cubicBezTo>
                  <a:cubicBezTo>
                    <a:pt x="2412279" y="2689967"/>
                    <a:pt x="2384339" y="2681077"/>
                    <a:pt x="2367829" y="2667107"/>
                  </a:cubicBezTo>
                  <a:cubicBezTo>
                    <a:pt x="2351319" y="2653137"/>
                    <a:pt x="2337349" y="2625197"/>
                    <a:pt x="2332269" y="2608687"/>
                  </a:cubicBezTo>
                  <a:cubicBezTo>
                    <a:pt x="2328459" y="2595987"/>
                    <a:pt x="2328459" y="2587097"/>
                    <a:pt x="2329729" y="2573127"/>
                  </a:cubicBezTo>
                  <a:cubicBezTo>
                    <a:pt x="2333539" y="2555347"/>
                    <a:pt x="2347509" y="2526137"/>
                    <a:pt x="2358939" y="2512167"/>
                  </a:cubicBezTo>
                  <a:cubicBezTo>
                    <a:pt x="2366559" y="2502007"/>
                    <a:pt x="2374179" y="2495657"/>
                    <a:pt x="2386879" y="2490577"/>
                  </a:cubicBezTo>
                  <a:cubicBezTo>
                    <a:pt x="2403389" y="2482957"/>
                    <a:pt x="2435139" y="2477877"/>
                    <a:pt x="2454189" y="2479147"/>
                  </a:cubicBezTo>
                  <a:cubicBezTo>
                    <a:pt x="2466889" y="2480417"/>
                    <a:pt x="2475779" y="2482957"/>
                    <a:pt x="2487209" y="2490577"/>
                  </a:cubicBezTo>
                  <a:cubicBezTo>
                    <a:pt x="2502449" y="2500737"/>
                    <a:pt x="2525309" y="2523597"/>
                    <a:pt x="2534199" y="2540107"/>
                  </a:cubicBezTo>
                  <a:cubicBezTo>
                    <a:pt x="2540549" y="2551537"/>
                    <a:pt x="2541819" y="2561697"/>
                    <a:pt x="2543089" y="2573127"/>
                  </a:cubicBezTo>
                  <a:cubicBezTo>
                    <a:pt x="2544359" y="2584557"/>
                    <a:pt x="2545629" y="2595987"/>
                    <a:pt x="2541819" y="2607417"/>
                  </a:cubicBezTo>
                  <a:cubicBezTo>
                    <a:pt x="2535469" y="2625197"/>
                    <a:pt x="2522769" y="2653137"/>
                    <a:pt x="2506259" y="2667107"/>
                  </a:cubicBezTo>
                  <a:cubicBezTo>
                    <a:pt x="2489749" y="2681077"/>
                    <a:pt x="2460539" y="2689967"/>
                    <a:pt x="2442759" y="2692507"/>
                  </a:cubicBezTo>
                  <a:cubicBezTo>
                    <a:pt x="2430059" y="2693777"/>
                    <a:pt x="2419899" y="2692507"/>
                    <a:pt x="2408469" y="2688697"/>
                  </a:cubicBezTo>
                  <a:cubicBezTo>
                    <a:pt x="2390689" y="2682347"/>
                    <a:pt x="2351319" y="2650597"/>
                    <a:pt x="2351319" y="2649327"/>
                  </a:cubicBezTo>
                  <a:cubicBezTo>
                    <a:pt x="2351319" y="2649327"/>
                    <a:pt x="2391959" y="2670917"/>
                    <a:pt x="2390689" y="2672187"/>
                  </a:cubicBezTo>
                  <a:cubicBezTo>
                    <a:pt x="2388149" y="2677267"/>
                    <a:pt x="2126529" y="2589637"/>
                    <a:pt x="2031279" y="2548997"/>
                  </a:cubicBezTo>
                  <a:cubicBezTo>
                    <a:pt x="1963969" y="2521057"/>
                    <a:pt x="1915709" y="2504547"/>
                    <a:pt x="1864909" y="2466447"/>
                  </a:cubicBezTo>
                  <a:cubicBezTo>
                    <a:pt x="1811569" y="2425807"/>
                    <a:pt x="1767119" y="2347067"/>
                    <a:pt x="1721399" y="2308967"/>
                  </a:cubicBezTo>
                  <a:cubicBezTo>
                    <a:pt x="1687109" y="2281027"/>
                    <a:pt x="1657899" y="2264517"/>
                    <a:pt x="1621069" y="2248007"/>
                  </a:cubicBezTo>
                  <a:cubicBezTo>
                    <a:pt x="1585509" y="2230227"/>
                    <a:pt x="1544869" y="2234037"/>
                    <a:pt x="1504229" y="2209907"/>
                  </a:cubicBezTo>
                  <a:cubicBezTo>
                    <a:pt x="1447079" y="2178157"/>
                    <a:pt x="1382309" y="2084177"/>
                    <a:pt x="1320079" y="2051157"/>
                  </a:cubicBezTo>
                  <a:cubicBezTo>
                    <a:pt x="1271819" y="2024487"/>
                    <a:pt x="1219749" y="2029567"/>
                    <a:pt x="1171489" y="2011787"/>
                  </a:cubicBezTo>
                  <a:cubicBezTo>
                    <a:pt x="1121959" y="1992737"/>
                    <a:pt x="1071159" y="1981307"/>
                    <a:pt x="1027979" y="1943207"/>
                  </a:cubicBezTo>
                  <a:cubicBezTo>
                    <a:pt x="972099" y="1891137"/>
                    <a:pt x="942889" y="1753977"/>
                    <a:pt x="884469" y="1706987"/>
                  </a:cubicBezTo>
                  <a:cubicBezTo>
                    <a:pt x="840019" y="1671427"/>
                    <a:pt x="773979" y="1682857"/>
                    <a:pt x="733339" y="1654917"/>
                  </a:cubicBezTo>
                  <a:cubicBezTo>
                    <a:pt x="695239" y="1629517"/>
                    <a:pt x="667299" y="1588877"/>
                    <a:pt x="643169" y="1553317"/>
                  </a:cubicBezTo>
                  <a:cubicBezTo>
                    <a:pt x="621579" y="1519027"/>
                    <a:pt x="617769" y="1473307"/>
                    <a:pt x="592369" y="1444097"/>
                  </a:cubicBezTo>
                  <a:cubicBezTo>
                    <a:pt x="568239" y="1414887"/>
                    <a:pt x="527599" y="1404727"/>
                    <a:pt x="498389" y="1376787"/>
                  </a:cubicBezTo>
                  <a:cubicBezTo>
                    <a:pt x="467909" y="1346307"/>
                    <a:pt x="441239" y="1309477"/>
                    <a:pt x="414569" y="1267567"/>
                  </a:cubicBezTo>
                  <a:cubicBezTo>
                    <a:pt x="382819" y="1216767"/>
                    <a:pt x="357419" y="1139297"/>
                    <a:pt x="326939" y="1088497"/>
                  </a:cubicBezTo>
                  <a:cubicBezTo>
                    <a:pt x="301539" y="1047857"/>
                    <a:pt x="271059" y="1022457"/>
                    <a:pt x="246929" y="983087"/>
                  </a:cubicBezTo>
                  <a:cubicBezTo>
                    <a:pt x="218989" y="938637"/>
                    <a:pt x="189779" y="892917"/>
                    <a:pt x="170729" y="833227"/>
                  </a:cubicBezTo>
                  <a:cubicBezTo>
                    <a:pt x="144059" y="754487"/>
                    <a:pt x="147869" y="613517"/>
                    <a:pt x="121199" y="547477"/>
                  </a:cubicBezTo>
                  <a:cubicBezTo>
                    <a:pt x="105959" y="506837"/>
                    <a:pt x="79289" y="490327"/>
                    <a:pt x="64049" y="459847"/>
                  </a:cubicBezTo>
                  <a:cubicBezTo>
                    <a:pt x="48809" y="426827"/>
                    <a:pt x="38649" y="397617"/>
                    <a:pt x="29759" y="354437"/>
                  </a:cubicBezTo>
                  <a:cubicBezTo>
                    <a:pt x="14519" y="285857"/>
                    <a:pt x="-8341" y="141077"/>
                    <a:pt x="3089" y="83927"/>
                  </a:cubicBezTo>
                  <a:cubicBezTo>
                    <a:pt x="9439" y="54717"/>
                    <a:pt x="20869" y="36937"/>
                    <a:pt x="37379" y="22967"/>
                  </a:cubicBezTo>
                  <a:cubicBezTo>
                    <a:pt x="53889" y="8997"/>
                    <a:pt x="80559" y="-1163"/>
                    <a:pt x="102149" y="107"/>
                  </a:cubicBezTo>
                  <a:cubicBezTo>
                    <a:pt x="123739" y="107"/>
                    <a:pt x="150409" y="11537"/>
                    <a:pt x="166919" y="25507"/>
                  </a:cubicBezTo>
                  <a:cubicBezTo>
                    <a:pt x="182159" y="40747"/>
                    <a:pt x="197399" y="87737"/>
                    <a:pt x="197399" y="87737"/>
                  </a:cubicBezTo>
                </a:path>
              </a:pathLst>
            </a:custGeom>
            <a:solidFill>
              <a:srgbClr val="8DDDB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2812733" y="9747885"/>
            <a:ext cx="218122" cy="218122"/>
            <a:chOff x="0" y="0"/>
            <a:chExt cx="290830" cy="290830"/>
          </a:xfrm>
        </p:grpSpPr>
        <p:sp>
          <p:nvSpPr>
            <p:cNvPr id="11" name="Freeform 11"/>
            <p:cNvSpPr/>
            <p:nvPr/>
          </p:nvSpPr>
          <p:spPr>
            <a:xfrm>
              <a:off x="50554" y="49530"/>
              <a:ext cx="185805" cy="190746"/>
            </a:xfrm>
            <a:custGeom>
              <a:avLst/>
              <a:gdLst/>
              <a:ahLst/>
              <a:cxnLst/>
              <a:rect l="l" t="t" r="r" b="b"/>
              <a:pathLst>
                <a:path w="185805" h="190746">
                  <a:moveTo>
                    <a:pt x="185666" y="67310"/>
                  </a:moveTo>
                  <a:cubicBezTo>
                    <a:pt x="186936" y="127000"/>
                    <a:pt x="179316" y="142240"/>
                    <a:pt x="170426" y="154940"/>
                  </a:cubicBezTo>
                  <a:cubicBezTo>
                    <a:pt x="161536" y="166370"/>
                    <a:pt x="147566" y="176530"/>
                    <a:pt x="134866" y="182880"/>
                  </a:cubicBezTo>
                  <a:cubicBezTo>
                    <a:pt x="120896" y="187960"/>
                    <a:pt x="104386" y="191770"/>
                    <a:pt x="89146" y="190500"/>
                  </a:cubicBezTo>
                  <a:cubicBezTo>
                    <a:pt x="75176" y="189230"/>
                    <a:pt x="58666" y="184150"/>
                    <a:pt x="45966" y="176530"/>
                  </a:cubicBezTo>
                  <a:cubicBezTo>
                    <a:pt x="33266" y="168910"/>
                    <a:pt x="21836" y="157480"/>
                    <a:pt x="14216" y="144780"/>
                  </a:cubicBezTo>
                  <a:cubicBezTo>
                    <a:pt x="6596" y="132080"/>
                    <a:pt x="1516" y="115570"/>
                    <a:pt x="246" y="101600"/>
                  </a:cubicBezTo>
                  <a:cubicBezTo>
                    <a:pt x="-1024" y="86360"/>
                    <a:pt x="2786" y="69850"/>
                    <a:pt x="7866" y="55880"/>
                  </a:cubicBezTo>
                  <a:cubicBezTo>
                    <a:pt x="14216" y="43180"/>
                    <a:pt x="24376" y="29210"/>
                    <a:pt x="37076" y="20320"/>
                  </a:cubicBezTo>
                  <a:cubicBezTo>
                    <a:pt x="48506" y="11430"/>
                    <a:pt x="63746" y="5080"/>
                    <a:pt x="77716" y="1270"/>
                  </a:cubicBezTo>
                  <a:cubicBezTo>
                    <a:pt x="92956" y="-1270"/>
                    <a:pt x="109466" y="0"/>
                    <a:pt x="123436" y="5080"/>
                  </a:cubicBezTo>
                  <a:cubicBezTo>
                    <a:pt x="137406" y="8890"/>
                    <a:pt x="162806" y="27940"/>
                    <a:pt x="162806" y="27940"/>
                  </a:cubicBezTo>
                </a:path>
              </a:pathLst>
            </a:custGeom>
            <a:solidFill>
              <a:srgbClr val="8DDDB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10868978" y="8810625"/>
            <a:ext cx="218122" cy="218122"/>
            <a:chOff x="0" y="0"/>
            <a:chExt cx="290830" cy="290830"/>
          </a:xfrm>
        </p:grpSpPr>
        <p:sp>
          <p:nvSpPr>
            <p:cNvPr id="13" name="Freeform 13"/>
            <p:cNvSpPr/>
            <p:nvPr/>
          </p:nvSpPr>
          <p:spPr>
            <a:xfrm>
              <a:off x="50483" y="49479"/>
              <a:ext cx="185737" cy="189599"/>
            </a:xfrm>
            <a:custGeom>
              <a:avLst/>
              <a:gdLst/>
              <a:ahLst/>
              <a:cxnLst/>
              <a:rect l="l" t="t" r="r" b="b"/>
              <a:pathLst>
                <a:path w="185737" h="189599">
                  <a:moveTo>
                    <a:pt x="185737" y="66091"/>
                  </a:moveTo>
                  <a:cubicBezTo>
                    <a:pt x="185737" y="127051"/>
                    <a:pt x="179387" y="142291"/>
                    <a:pt x="170497" y="153721"/>
                  </a:cubicBezTo>
                  <a:cubicBezTo>
                    <a:pt x="160337" y="165151"/>
                    <a:pt x="147637" y="175311"/>
                    <a:pt x="133667" y="181661"/>
                  </a:cubicBezTo>
                  <a:cubicBezTo>
                    <a:pt x="120967" y="188011"/>
                    <a:pt x="104457" y="190551"/>
                    <a:pt x="89217" y="189281"/>
                  </a:cubicBezTo>
                  <a:cubicBezTo>
                    <a:pt x="73977" y="189281"/>
                    <a:pt x="58737" y="184201"/>
                    <a:pt x="46037" y="176581"/>
                  </a:cubicBezTo>
                  <a:cubicBezTo>
                    <a:pt x="33337" y="168961"/>
                    <a:pt x="20637" y="156261"/>
                    <a:pt x="13017" y="143561"/>
                  </a:cubicBezTo>
                  <a:cubicBezTo>
                    <a:pt x="5397" y="130861"/>
                    <a:pt x="317" y="115621"/>
                    <a:pt x="317" y="100381"/>
                  </a:cubicBezTo>
                  <a:cubicBezTo>
                    <a:pt x="-953" y="85141"/>
                    <a:pt x="1587" y="68631"/>
                    <a:pt x="7937" y="55931"/>
                  </a:cubicBezTo>
                  <a:cubicBezTo>
                    <a:pt x="14287" y="41961"/>
                    <a:pt x="24447" y="29261"/>
                    <a:pt x="35877" y="20371"/>
                  </a:cubicBezTo>
                  <a:cubicBezTo>
                    <a:pt x="47307" y="10211"/>
                    <a:pt x="63817" y="3861"/>
                    <a:pt x="77787" y="1321"/>
                  </a:cubicBezTo>
                  <a:cubicBezTo>
                    <a:pt x="91757" y="-1219"/>
                    <a:pt x="109537" y="51"/>
                    <a:pt x="123507" y="3861"/>
                  </a:cubicBezTo>
                  <a:cubicBezTo>
                    <a:pt x="137477" y="7671"/>
                    <a:pt x="162877" y="27991"/>
                    <a:pt x="162877" y="27991"/>
                  </a:cubicBezTo>
                </a:path>
              </a:pathLst>
            </a:custGeom>
            <a:solidFill>
              <a:srgbClr val="8DDDB4"/>
            </a:solidFill>
            <a:ln cap="sq">
              <a:noFill/>
              <a:prstDash val="solid"/>
              <a:miter/>
            </a:ln>
          </p:spPr>
        </p:sp>
      </p:grpSp>
      <p:sp>
        <p:nvSpPr>
          <p:cNvPr id="14" name="Freeform 14"/>
          <p:cNvSpPr/>
          <p:nvPr/>
        </p:nvSpPr>
        <p:spPr>
          <a:xfrm>
            <a:off x="713646" y="4492269"/>
            <a:ext cx="5806072" cy="5116601"/>
          </a:xfrm>
          <a:custGeom>
            <a:avLst/>
            <a:gdLst/>
            <a:ahLst/>
            <a:cxnLst/>
            <a:rect l="l" t="t" r="r" b="b"/>
            <a:pathLst>
              <a:path w="5806072" h="5116601">
                <a:moveTo>
                  <a:pt x="0" y="0"/>
                </a:moveTo>
                <a:lnTo>
                  <a:pt x="5806071" y="0"/>
                </a:lnTo>
                <a:lnTo>
                  <a:pt x="5806071" y="5116601"/>
                </a:lnTo>
                <a:lnTo>
                  <a:pt x="0" y="5116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09589" y="5650809"/>
            <a:ext cx="5468823" cy="3958061"/>
          </a:xfrm>
          <a:custGeom>
            <a:avLst/>
            <a:gdLst/>
            <a:ahLst/>
            <a:cxnLst/>
            <a:rect l="l" t="t" r="r" b="b"/>
            <a:pathLst>
              <a:path w="5468823" h="3958061">
                <a:moveTo>
                  <a:pt x="0" y="0"/>
                </a:moveTo>
                <a:lnTo>
                  <a:pt x="5468822" y="0"/>
                </a:lnTo>
                <a:lnTo>
                  <a:pt x="5468822" y="3958061"/>
                </a:lnTo>
                <a:lnTo>
                  <a:pt x="0" y="39580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39828" y="2145654"/>
            <a:ext cx="3298837" cy="2087264"/>
          </a:xfrm>
          <a:custGeom>
            <a:avLst/>
            <a:gdLst/>
            <a:ahLst/>
            <a:cxnLst/>
            <a:rect l="l" t="t" r="r" b="b"/>
            <a:pathLst>
              <a:path w="3298837" h="2087264">
                <a:moveTo>
                  <a:pt x="0" y="0"/>
                </a:moveTo>
                <a:lnTo>
                  <a:pt x="3298837" y="0"/>
                </a:lnTo>
                <a:lnTo>
                  <a:pt x="3298837" y="2087264"/>
                </a:lnTo>
                <a:lnTo>
                  <a:pt x="0" y="20872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516142" y="5847225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860792" y="1931829"/>
            <a:ext cx="10976675" cy="2945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05"/>
              </a:lnSpc>
            </a:pPr>
            <a:r>
              <a:rPr lang="en-US" sz="9585" b="1">
                <a:solidFill>
                  <a:srgbClr val="1C9E5C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CẢM ƠN THẦY CÔ ĐÃ XEM!</a:t>
            </a:r>
            <a:endParaRPr lang="en-US" sz="9585" b="1">
              <a:solidFill>
                <a:srgbClr val="1C9E5C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3987</Words>
  <Application>WPS Presentation</Application>
  <PresentationFormat>On-screen Show (4:3)</PresentationFormat>
  <Paragraphs>155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More Sugar</vt:lpstr>
      <vt:lpstr>Segoe Print</vt:lpstr>
      <vt:lpstr>Fredoka</vt:lpstr>
      <vt:lpstr>Poppins Medium</vt:lpstr>
      <vt:lpstr>ＭＳ Ｐゴシック</vt:lpstr>
      <vt:lpstr>Canva Sans</vt:lpstr>
      <vt:lpstr>Yu Gothic UI</vt:lpstr>
      <vt:lpstr>Arial Bold</vt:lpstr>
      <vt:lpstr>Microsoft YaHei</vt:lpstr>
      <vt:lpstr>Arial Unicode MS</vt:lpstr>
      <vt:lpstr>Calibri</vt:lpstr>
      <vt:lpstr>Wide Latin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Cuisine</dc:title>
  <dc:creator/>
  <cp:lastModifiedBy>N P</cp:lastModifiedBy>
  <cp:revision>8</cp:revision>
  <dcterms:created xsi:type="dcterms:W3CDTF">2006-08-16T00:00:00Z</dcterms:created>
  <dcterms:modified xsi:type="dcterms:W3CDTF">2026-07-04T00:05:41Z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1033-12.1.0.24752</vt:lpwstr>
  </property>
  <property fmtid="{D5CDD505-2E9C-101B-9397-08002B2CF9AE}" pid="3" name="ICV">
    <vt:lpwstr>1EC502203BF34ED49B95895B50DE4EE7_12</vt:lpwstr>
  </property>
</Properties>
</file>